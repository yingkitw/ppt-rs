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Formatting - Strikethrough, highlight, subscript, superscript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Styles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Normal text for comparison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This demonstrates various formatting options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Use TextFormat for rich text styling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Font Size Presets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TITLE: 44 (44pt)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SUBTITLE: 32 (32pt)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HEADING: 28 (28pt)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BODY: 18 (18pt)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SMALL: 14 (14pt)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CAPTION: 12 (12pt)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Effects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Strikethrough: For deleted text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Highlight: For emphasized text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Subscript: H₂O style formatting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Superscript: x² style formatting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Formatting Demo</dc:title>
  <dc:creator>pptx-rs</dc:creator>
  <cp:lastModifiedBy>pptx-rs</cp:lastModifiedBy>
  <cp:revision>1</cp:revision>
  <dcterms:created xsi:type="dcterms:W3CDTF">2025-12-25T18:46:47Z</dcterms:created>
  <dcterms:modified xsi:type="dcterms:W3CDTF">2025-12-25T18:46:47Z</dcterms:modified>
</cp:coreProperties>
</file>