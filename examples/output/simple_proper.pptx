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3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    <Relationship Id="rId1" Type="http://schemas.openxmlformats.org/officeDocument/2006/relationships/slideMaster" Target="slideMasters/slideMaster1.xml"/>
    <Relationship Id="rId2" Type="http://schemas.openxmlformats.org/officeDocument/2006/relationships/theme" Target="theme/theme1.xml"/>
    <Relationship Id="rId3" Type="http://schemas.openxmlformats.org/officeDocument/2006/relationships/slide" Target="slides/slide1.xml"/>
</Relationships>
</file>

<file path=ppt/slideLayouts/_rels/slideLayout1.xml.rels><?xml version="1.0" encoding="UTF-8" standalone="yes"?>
<Relationships xmlns="http://schemas.openxmlformats.org/package/2006/relationships">
  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My Presentation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PPTX Generator</Application>
  <PresentationFormat>On-screen Show (4:3)</PresentationFormat>
  <Paragraphs>0</Paragraphs>
  <Slides>1</Slides>
  <Notes>0</Notes>
  <HiddenSlides>0</HiddenSlides>
  <MMClips>0</MMClips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 Presentation</dc:title>
  <dc:creator>PPTX Generator</dc:creator>
  <cp:lastModifiedBy>PPTX Generator</cp:lastModifiedBy>
  <cp:revision>1</cp:revision>
</cp:coreProperties>
</file>