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Quarterly Report Q1 2025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6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Report Q1 2025</dc:title>
  <dc:creator>PPTX Generator</dc:creator>
  <cp:lastModifiedBy>PPTX Generator</cp:lastModifiedBy>
  <cp:revision>1</cp:revision>
</cp:coreProperties>
</file>