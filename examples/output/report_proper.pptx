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Presentation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2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3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4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5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6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 Generator</Application>
  <PresentationFormat>On-screen Show (4:3)</PresentationFormat>
  <Paragraphs>0</Paragraphs>
  <Slides>6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Quarterly Report Q1 2025</dc:title>
  <dc:creator>PPTX Generator</dc:creator>
  <cp:lastModifiedBy>PPTX Generator</cp:lastModifiedBy>
  <cp:revision>1</cp:revision>
</cp:coreProperties>
</file>