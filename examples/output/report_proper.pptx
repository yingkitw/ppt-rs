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Quarterly Report Q1 2025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2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3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4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5</a:t>
            </a:r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Slide 6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 Generator</Application>
  <PresentationFormat>On-screen Show (4:3)</PresentationFormat>
  <Paragraphs>0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Report Q1 2025</dc:title>
  <dc:creator>PPTX Generator</dc:creator>
  <cp:lastModifiedBy>PPTX Generator</cp:lastModifiedBy>
  <cp:revision>1</cp:revision>
</cp:coreProperties>
</file>