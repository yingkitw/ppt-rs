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Project Proposal: PPTX Generator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Objective: Create a Rust library for PPTX generation</a:t>
            </a:r>
          </a:p>
          <a:p>
            <a:pPr lvl="0"/>
            <a:r>
              <a:rPr lang="en-US" sz="2800"/>
              <a:t>Timeline: 3 months</a:t>
            </a:r>
          </a:p>
          <a:p>
            <a:pPr lvl="0"/>
            <a:r>
              <a:rPr lang="en-US" sz="2800"/>
              <a:t>Budget: $50,000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Problem Statement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Existing Python library is slow</a:t>
            </a:r>
          </a:p>
          <a:p>
            <a:pPr lvl="0"/>
            <a:r>
              <a:rPr lang="en-US" sz="2800"/>
              <a:t>Need for type-safe solution</a:t>
            </a:r>
          </a:p>
          <a:p>
            <a:pPr lvl="0"/>
            <a:r>
              <a:rPr lang="en-US" sz="2800"/>
              <a:t>Performance requirements not met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Proposed Solution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Rust-based PPTX generator</a:t>
            </a:r>
          </a:p>
          <a:p>
            <a:pPr lvl="0"/>
            <a:r>
              <a:rPr lang="en-US" sz="2800"/>
              <a:t>10x performance improvement</a:t>
            </a:r>
          </a:p>
          <a:p>
            <a:pPr lvl="0"/>
            <a:r>
              <a:rPr lang="en-US" sz="2800"/>
              <a:t>Full API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Implementation Plan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Phase 1: Core ZIP handling (Month 1)</a:t>
            </a:r>
          </a:p>
          <a:p>
            <a:pPr lvl="0"/>
            <a:r>
              <a:rPr lang="en-US" sz="2800"/>
              <a:t>Phase 2: XML generation (Month 2)</a:t>
            </a:r>
          </a:p>
          <a:p>
            <a:pPr lvl="0"/>
            <a:r>
              <a:rPr lang="en-US" sz="2800"/>
              <a:t>Phase 3: Testing &amp; optimization (Month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Expected Outcomes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Production-ready library</a:t>
            </a:r>
          </a:p>
          <a:p>
            <a:pPr lvl="0"/>
            <a:r>
              <a:rPr lang="en-US" sz="2800"/>
              <a:t>Comprehensive documentation</a:t>
            </a:r>
          </a:p>
          <a:p>
            <a:pPr lvl="0"/>
            <a:r>
              <a:rPr lang="en-US" sz="2800"/>
              <a:t>100% test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Generator Project</dc:title>
  <dc:creator>PPTX Generator</dc:creator>
  <cp:lastModifiedBy>PPTX Generator</cp:lastModifiedBy>
  <cp:revision>1</cp:revision>
</cp:coreProperties>
</file>