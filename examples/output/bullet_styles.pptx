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    <Relationship Id="rId5" Type="http://schemas.openxmlformats.org/officeDocument/2006/relationships/slide" Target="slides/slide3.xml"/>
    <Relationship Id="rId6" Type="http://schemas.openxmlformats.org/officeDocument/2006/relationships/slide" Target="slides/slide4.xml"/>
    <Relationship Id="rId7" Type="http://schemas.openxmlformats.org/officeDocument/2006/relationships/slide" Target="slides/slide5.xml"/>
    <Relationship Id="rId8" Type="http://schemas.openxmlformats.org/officeDocument/2006/relationships/slide" Target="slides/slide6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Bullet Styles - Demonstrating various list formats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Numbered List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AutoNum type="arabicPeriod"/>
            </a:pPr>
            <a:r>
              <a:rPr lang="en-US" sz="2800" b="0" i="0" dirty="0"/>
              <a:t>First step</a:t>
            </a:r>
          </a:p>
          <a:p>
            <a:pPr lvl="0" marL="457200" indent="-457200">
              <a:buAutoNum type="arabicPeriod"/>
            </a:pPr>
            <a:r>
              <a:rPr lang="en-US" sz="2800" b="0" i="0" dirty="0"/>
              <a:t>Second step</a:t>
            </a:r>
          </a:p>
          <a:p>
            <a:pPr lvl="0" marL="457200" indent="-457200">
              <a:buAutoNum type="arabicPeriod"/>
            </a:pPr>
            <a:r>
              <a:rPr lang="en-US" sz="2800" b="0" i="0" dirty="0"/>
              <a:t>Third step</a:t>
            </a:r>
          </a:p>
          <a:p>
            <a:pPr lvl="0" marL="457200" indent="-457200">
              <a:buAutoNum type="arabicPeriod"/>
            </a:pPr>
            <a:r>
              <a:rPr lang="en-US" sz="2800" b="0" i="0" dirty="0"/>
              <a:t>Fourth step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Lettered List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AutoNum type="alphaLcPeriod"/>
            </a:pPr>
            <a:r>
              <a:rPr lang="en-US" sz="2800" b="0" i="0" dirty="0"/>
              <a:t>Option A</a:t>
            </a:r>
          </a:p>
          <a:p>
            <a:pPr lvl="0" marL="457200" indent="-457200">
              <a:buAutoNum type="alphaLcPeriod"/>
            </a:pPr>
            <a:r>
              <a:rPr lang="en-US" sz="2800" b="0" i="0" dirty="0"/>
              <a:t>Option B</a:t>
            </a:r>
          </a:p>
          <a:p>
            <a:pPr lvl="0" marL="457200" indent="-457200">
              <a:buAutoNum type="alphaLcPeriod"/>
            </a:pPr>
            <a:r>
              <a:rPr lang="en-US" sz="2800" b="0" i="0" dirty="0"/>
              <a:t>Option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Roman Numerals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AutoNum type="romanUcPeriod"/>
            </a:pPr>
            <a:r>
              <a:rPr lang="en-US" sz="2800" b="0" i="0" dirty="0"/>
              <a:t>Chapter I</a:t>
            </a:r>
          </a:p>
          <a:p>
            <a:pPr lvl="0" marL="457200" indent="-457200">
              <a:buAutoNum type="romanUcPeriod"/>
            </a:pPr>
            <a:r>
              <a:rPr lang="en-US" sz="2800" b="0" i="0" dirty="0"/>
              <a:t>Chapter II</a:t>
            </a:r>
          </a:p>
          <a:p>
            <a:pPr lvl="0" marL="457200" indent="-457200">
              <a:buAutoNum type="romanUcPeriod"/>
            </a:pPr>
            <a:r>
              <a:rPr lang="en-US" sz="2800" b="0" i="0" dirty="0"/>
              <a:t>Chapter III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Mixed Bullets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800" b="0" i="0" dirty="0"/>
              <a:t>Main point</a:t>
            </a:r>
          </a:p>
          <a:p>
            <a:pPr lvl="1" marL="1371600" indent="-914400">
              <a:buChar char="•"/>
            </a:pPr>
            <a:r>
              <a:rPr lang="en-US" sz="2800" b="0" i="0" dirty="0"/>
              <a:t>Supporting detail 1</a:t>
            </a:r>
          </a:p>
          <a:p>
            <a:pPr lvl="1" marL="1371600" indent="-914400">
              <a:buChar char="•"/>
            </a:pPr>
            <a:r>
              <a:rPr lang="en-US" sz="2800" b="0" i="0" dirty="0"/>
              <a:t>Supporting detail 2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Another main point</a:t>
            </a:r>
          </a:p>
          <a:p>
            <a:pPr lvl="1" marL="1371600" indent="-914400">
              <a:buChar char="•"/>
            </a:pPr>
            <a:r>
              <a:rPr lang="en-US" sz="2800" b="0" i="0" dirty="0"/>
              <a:t>More details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Custom Bullets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★"/>
            </a:pPr>
            <a:r>
              <a:rPr lang="en-US" sz="2800" b="0" i="0" dirty="0"/>
              <a:t>Star bullet</a:t>
            </a:r>
          </a:p>
          <a:p>
            <a:pPr lvl="0" marL="457200" indent="-457200">
              <a:buChar char="→"/>
            </a:pPr>
            <a:r>
              <a:rPr lang="en-US" sz="2800" b="0" i="0" dirty="0"/>
              <a:t>Arrow bullet</a:t>
            </a:r>
          </a:p>
          <a:p>
            <a:pPr lvl="0" marL="457200" indent="-457200">
              <a:buChar char="✓"/>
            </a:pPr>
            <a:r>
              <a:rPr lang="en-US" sz="2800" b="0" i="0" dirty="0"/>
              <a:t>Check bullet</a:t>
            </a:r>
          </a:p>
          <a:p>
            <a:pPr lvl="0" marL="457200" indent="-457200">
              <a:buChar char="◆"/>
            </a:pPr>
            <a:r>
              <a:rPr lang="en-US" sz="2800" b="0" i="0" dirty="0"/>
              <a:t>Diamond bullet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pptx-rs</Application>
  <PresentationFormat>On-screen Show (4:3)</PresentationFormat>
  <Paragraphs>0</Paragraphs>
  <Slides>6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Bullet Styles Demo</dc:title>
  <dc:creator>pptx-rs</dc:creator>
  <cp:lastModifiedBy>pptx-rs</cp:lastModifiedBy>
  <cp:revision>1</cp:revision>
  <dcterms:created xsi:type="dcterms:W3CDTF">2025-12-25T18:46:47Z</dcterms:created>
  <dcterms:modified xsi:type="dcterms:W3CDTF">2025-12-25T18:46:47Z</dcterms:modified>
</cp:coreProperties>
</file>