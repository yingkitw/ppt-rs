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  <p:sldId id="259" r:id="rId5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  <Relationship Id="rId1" Type="http://schemas.openxmlformats.org/officeDocument/2006/relationships/slideMaster" Target="slideMasters/slideMaster1.xml"/>
    <Relationship Id="rId2" Type="http://schemas.openxmlformats.org/officeDocument/2006/relationships/theme" Target="theme/theme1.xml"/>
    <Relationship Id="rId3" Type="http://schemas.openxmlformats.org/officeDocument/2006/relationships/slide" Target="slides/slide1.xml"/>
    <Relationship Id="rId4" Type="http://schemas.openxmlformats.org/officeDocument/2006/relationships/slide" Target="slides/slide2.xml"/>
    <Relationship Id="rId5" Type="http://schemas.openxmlformats.org/officeDocument/2006/relationships/slide" Target="slides/slide3.xml"/>
</Relationships>
</file>

<file path=ppt/slideLayouts/_rels/slideLayout1.xml.rels><?xml version="1.0" encoding="UTF-8" standalone="yes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Theme Colors - Predefined color palettes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Available Themes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 marL="457200" indent="-457200">
              <a:buChar char="•"/>
            </a:pPr>
            <a:r>
              <a:rPr lang="en-US" sz="2800" b="0" i="0" dirty="0"/>
              <a:t>Corporate: Primary=1565C0, Accent=FF6F00</a:t>
            </a:r>
          </a:p>
          <a:p>
            <a:pPr lvl="0" marL="457200" indent="-457200">
              <a:buChar char="•"/>
            </a:pPr>
            <a:r>
              <a:rPr lang="en-US" sz="2800" b="0" i="0" dirty="0"/>
              <a:t>Modern: Primary=212121, Accent=00BCD4</a:t>
            </a:r>
          </a:p>
          <a:p>
            <a:pPr lvl="0" marL="457200" indent="-457200">
              <a:buChar char="•"/>
            </a:pPr>
            <a:r>
              <a:rPr lang="en-US" sz="2800" b="0" i="0" dirty="0"/>
              <a:t>Vibrant: Primary=E91E63, Accent=FF9800</a:t>
            </a:r>
          </a:p>
          <a:p>
            <a:pPr lvl="0" marL="457200" indent="-457200">
              <a:buChar char="•"/>
            </a:pPr>
            <a:r>
              <a:rPr lang="en-US" sz="2800" b="0" i="0" dirty="0"/>
              <a:t>Dark: Primary=BB86FC, Accent=CF6679</a:t>
            </a:r>
          </a:p>
          <a:p>
            <a:pPr lvl="0" marL="457200" indent="-457200">
              <a:buChar char="•"/>
            </a:pPr>
            <a:r>
              <a:rPr lang="en-US" sz="2800" b="0" i="0" dirty="0"/>
              <a:t>Nature: Primary=2E7D32, Accent=8BC34A</a:t>
            </a:r>
          </a:p>
          <a:p>
            <a:pPr lvl="0" marL="457200" indent="-457200">
              <a:buChar char="•"/>
            </a:pPr>
            <a:r>
              <a:rPr lang="en-US" sz="2800" b="0" i="0" dirty="0"/>
              <a:t>Tech: Primary=0D47A1, Accent=00E676</a:t>
            </a:r>
          </a:p>
          <a:p>
            <a:pPr lvl="0" marL="457200" indent="-457200">
              <a:buChar char="•"/>
            </a:pPr>
            <a:r>
              <a:rPr lang="en-US" sz="2800" b="0" i="0" dirty="0"/>
              <a:t>Carbon: Primary=0043CE, Accent=24A148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Color Constants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 marL="457200" indent="-457200">
              <a:buChar char="•"/>
            </a:pPr>
            <a:r>
              <a:rPr lang="en-US" sz="2800" b="0" i="0" dirty="0"/>
              <a:t>Material Red: F44336</a:t>
            </a:r>
          </a:p>
          <a:p>
            <a:pPr lvl="0" marL="457200" indent="-457200">
              <a:buChar char="•"/>
            </a:pPr>
            <a:r>
              <a:rPr lang="en-US" sz="2800" b="0" i="0" dirty="0"/>
              <a:t>Material Blue: 2196F3</a:t>
            </a:r>
          </a:p>
          <a:p>
            <a:pPr lvl="0" marL="457200" indent="-457200">
              <a:buChar char="•"/>
            </a:pPr>
            <a:r>
              <a:rPr lang="en-US" sz="2800" b="0" i="0" dirty="0"/>
              <a:t>Material Green: 4CAF50</a:t>
            </a:r>
          </a:p>
          <a:p>
            <a:pPr lvl="0" marL="457200" indent="-457200">
              <a:buChar char="•"/>
            </a:pPr>
            <a:r>
              <a:rPr lang="en-US" sz="2800" b="0" i="0" dirty="0"/>
              <a:t>Carbon Blue 60: 0043CE</a:t>
            </a:r>
          </a:p>
          <a:p>
            <a:pPr lvl="0" marL="457200" indent="-457200">
              <a:buChar char="•"/>
            </a:pPr>
            <a:r>
              <a:rPr lang="en-US" sz="2800" b="0" i="0" dirty="0"/>
              <a:t>Carbon Gray 100: 161616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pptx-rs</Application>
  <PresentationFormat>On-screen Show (4:3)</PresentationFormat>
  <Paragraphs>0</Paragraphs>
  <Slides>3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Theme Colors Demo</dc:title>
  <dc:creator>pptx-rs</dc:creator>
  <cp:lastModifiedBy>pptx-rs</cp:lastModifiedBy>
  <cp:revision>1</cp:revision>
  <dcterms:created xsi:type="dcterms:W3CDTF">2025-12-25T18:46:47Z</dcterms:created>
  <dcterms:modified xsi:type="dcterms:W3CDTF">2025-12-25T18:46:47Z</dcterms:modified>
</cp:coreProperties>
</file>