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    <Relationship Id="rId6" Type="http://schemas.openxmlformats.org/officeDocument/2006/relationships/slide" Target="slides/slide4.xml"/>
    <Relationship Id="rId7" Type="http://schemas.openxmlformats.org/officeDocument/2006/relationships/slide" Target="slides/slide5.xml"/>
    <Relationship Id="rId8" Type="http://schemas.openxmlformats.org/officeDocument/2006/relationships/slide" Target="slides/slide6.xml"/>
    <Relationship Id="rId9" Type="http://schemas.openxmlformats.org/officeDocument/2006/relationships/slide" Target="slides/slide7.xml"/>
    <Relationship Id="rId10" Type="http://schemas.openxmlformats.org/officeDocument/2006/relationships/slide" Target="slides/slide8.xml"/>
    <Relationship Id="rId11" Type="http://schemas.openxmlformats.org/officeDocument/2006/relationships/slide" Target="slides/slide9.xml"/>
    <Relationship Id="rId12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Rust Training Course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Slide 2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Slide 3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Slide 4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Slide 5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Slide 6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Slide 7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Slide 8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Slide 9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Slide 10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10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Rust Training Course</dc:title>
  <dc:creator>PPTX Generator</dc:creator>
  <cp:lastModifiedBy>PPTX Generator</cp:lastModifiedBy>
  <cp:revision>1</cp:revision>
</cp:coreProperties>
</file>