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Multi-Slide Presentation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5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Multi-Slide Presentation</dc:title>
  <dc:creator>PPTX Generator</dc:creator>
  <cp:lastModifiedBy>PPTX Generator</cp:lastModifiedBy>
  <cp:revision>1</cp:revision>
</cp:coreProperties>
</file>