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Business Overview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Company mission and vision</a:t>
            </a:r>
          </a:p>
          <a:p>
            <a:pPr lvl="0"/>
            <a:r>
              <a:rPr lang="en-US" sz="2800" b="0" i="0"/>
              <a:t>Market position</a:t>
            </a:r>
          </a:p>
          <a:p>
            <a:pPr lvl="0"/>
            <a:r>
              <a:rPr lang="en-US" sz="2800" b="0" i="0"/>
              <a:t>Strategic goals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Q1 2025 Results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Revenue: $2.5M (+15% YoY)</a:t>
            </a:r>
          </a:p>
          <a:p>
            <a:pPr lvl="0"/>
            <a:r>
              <a:rPr lang="en-US" sz="2800" b="0" i="0"/>
              <a:t>Customer acquisition: 250 new clients</a:t>
            </a:r>
          </a:p>
          <a:p>
            <a:pPr lvl="0"/>
            <a:r>
              <a:rPr lang="en-US" sz="2800" b="0" i="0"/>
              <a:t>Market share increased to 12%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Key Initiatives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Product roadmap expansion</a:t>
            </a:r>
          </a:p>
          <a:p>
            <a:pPr lvl="0"/>
            <a:r>
              <a:rPr lang="en-US" sz="2800" b="0" i="0"/>
              <a:t>Team growth and hiring</a:t>
            </a:r>
          </a:p>
          <a:p>
            <a:pPr lvl="0"/>
            <a:r>
              <a:rPr lang="en-US" sz="2800" b="0" i="0"/>
              <a:t>International market entry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Financial Projections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Q2 target: $2.8M revenue</a:t>
            </a:r>
          </a:p>
          <a:p>
            <a:pPr lvl="0"/>
            <a:r>
              <a:rPr lang="en-US" sz="2800" b="0" i="0"/>
              <a:t>Expected 20% growth</a:t>
            </a:r>
          </a:p>
          <a:p>
            <a:pPr lvl="0"/>
            <a:r>
              <a:rPr lang="en-US" sz="2800" b="0" i="0"/>
              <a:t>Break-even by Q3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Presentation 2025</dc:title>
  <dc:creator>PPTX Generator</dc:creator>
  <cp:lastModifiedBy>PPTX Generator</cp:lastModifiedBy>
  <cp:revision>1</cp:revision>
</cp:coreProperties>
</file>