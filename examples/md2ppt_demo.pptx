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fn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main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Hello, PowerPoint!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1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..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5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Slide 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def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create_presentation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Create a PowerPoint presentation.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add_slide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return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#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Usage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slides = [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'Introduction'},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'Main Content'},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'Conclusion'}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272000" y="2354000"/>
            <a:ext cx="1800000" cy="245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13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1" name="Shape 11"/>
          <p:cNvSpPr/>
          <p:nvPr/>
        </p:nvSpPr>
        <p:spPr>
          <a:xfrm>
            <a:off x="14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Web Browser</a:t>
            </a:r>
          </a:p>
        </p:txBody>
      </p:sp>
      <p:sp>
        <p:nvSpPr>
          <p:cNvPr id="12" name="Shape 12"/>
          <p:cNvSpPr/>
          <p:nvPr/>
        </p:nvSpPr>
        <p:spPr>
          <a:xfrm>
            <a:off x="14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14" name="Shape 14"/>
          <p:cNvSpPr/>
          <p:nvPr/>
        </p:nvSpPr>
        <p:spPr>
          <a:xfrm>
            <a:off x="3672000" y="2354000"/>
            <a:ext cx="1800000" cy="335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7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</a:t>
            </a:r>
          </a:p>
        </p:txBody>
      </p:sp>
      <p:sp>
        <p:nvSpPr>
          <p:cNvPr id="14" name="Shape 14"/>
          <p:cNvSpPr/>
          <p:nvPr/>
        </p:nvSpPr>
        <p:spPr>
          <a:xfrm>
            <a:off x="38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API Gateway</a:t>
            </a:r>
          </a:p>
        </p:txBody>
      </p:sp>
      <p:sp>
        <p:nvSpPr>
          <p:cNvPr id="15" name="Shape 15"/>
          <p:cNvSpPr/>
          <p:nvPr/>
        </p:nvSpPr>
        <p:spPr>
          <a:xfrm>
            <a:off x="38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Auth Service</a:t>
            </a:r>
          </a:p>
        </p:txBody>
      </p:sp>
      <p:sp>
        <p:nvSpPr>
          <p:cNvPr id="16" name="Shape 16"/>
          <p:cNvSpPr/>
          <p:nvPr/>
        </p:nvSpPr>
        <p:spPr>
          <a:xfrm>
            <a:off x="3872000" y="46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Data Service</a:t>
            </a:r>
          </a:p>
        </p:txBody>
      </p:sp>
      <p:sp>
        <p:nvSpPr>
          <p:cNvPr id="19" name="Shape 19"/>
          <p:cNvSpPr/>
          <p:nvPr/>
        </p:nvSpPr>
        <p:spPr>
          <a:xfrm>
            <a:off x="6072000" y="2354000"/>
            <a:ext cx="1800000" cy="245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1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8" name="Shape 18"/>
          <p:cNvSpPr/>
          <p:nvPr/>
        </p:nvSpPr>
        <p:spPr>
          <a:xfrm>
            <a:off x="62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(PostgreSQL)</a:t>
            </a:r>
          </a:p>
        </p:txBody>
      </p:sp>
      <p:sp>
        <p:nvSpPr>
          <p:cNvPr id="19" name="Shape 19"/>
          <p:cNvSpPr/>
          <p:nvPr/>
        </p:nvSpPr>
        <p:spPr>
          <a:xfrm>
            <a:off x="62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(Redis Cache)</a:t>
            </a:r>
          </a:p>
        </p:txBody>
      </p:sp>
      <p:cxnSp>
        <p:nvCxnSpPr>
          <p:cNvPr id="63" name="Connector 63"/>
          <p:cNvCxnSpPr>
            <a:stCxn id="11" idx="2"/>
            <a:endCxn id="14" idx="0"/>
          </p:cNvCxnSpPr>
          <p:nvPr/>
        </p:nvCxnSpPr>
        <p:spPr>
          <a:xfrm flipV="1">
            <a:off x="2172000" y="2804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2"/>
            <a:endCxn id="14" idx="0"/>
          </p:cNvCxnSpPr>
          <p:nvPr/>
        </p:nvCxnSpPr>
        <p:spPr>
          <a:xfrm flipV="1">
            <a:off x="21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4" idx="2"/>
            <a:endCxn id="15" idx="0"/>
          </p:cNvCxnSpPr>
          <p:nvPr/>
        </p:nvCxnSpPr>
        <p:spPr>
          <a:xfrm>
            <a:off x="4572000" y="3304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4" idx="2"/>
            <a:endCxn id="16" idx="0"/>
          </p:cNvCxnSpPr>
          <p:nvPr/>
        </p:nvCxnSpPr>
        <p:spPr>
          <a:xfrm>
            <a:off x="4572000" y="3304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5" idx="2"/>
            <a:endCxn id="18" idx="0"/>
          </p:cNvCxnSpPr>
          <p:nvPr/>
        </p:nvCxnSpPr>
        <p:spPr>
          <a:xfrm flipV="1">
            <a:off x="45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6" idx="2"/>
            <a:endCxn id="18" idx="0"/>
          </p:cNvCxnSpPr>
          <p:nvPr/>
        </p:nvCxnSpPr>
        <p:spPr>
          <a:xfrm flipV="1">
            <a:off x="4572000" y="2804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6" idx="2"/>
            <a:endCxn id="19" idx="0"/>
          </p:cNvCxnSpPr>
          <p:nvPr/>
        </p:nvCxnSpPr>
        <p:spPr>
          <a:xfrm flipV="1">
            <a:off x="4572000" y="37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8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9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36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9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7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54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7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65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72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5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872000" y="27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872000" y="25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672000" y="317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672000" y="29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5472000" y="36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72000" y="34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5472000" y="40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5472000" y="38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672000" y="452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672000" y="43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872000" y="49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872000" y="47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1974000"/>
            <a:ext cx="70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4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28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3172000" y="2824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1072000" y="31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3372000" y="310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072000" y="33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1072000" y="37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3172000" y="373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072000" y="401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3372000" y="401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072000" y="429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29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072000" y="45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1072000" y="49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3172000" y="492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3372000" y="520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1072000" y="54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1072000" y="58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3172000" y="583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6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11" name="Shape 11"/>
          <p:cNvSpPr/>
          <p:nvPr/>
        </p:nvSpPr>
        <p:spPr>
          <a:xfrm>
            <a:off x="6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decimal price
int stock</a:t>
            </a:r>
          </a:p>
        </p:txBody>
      </p:sp>
      <p:sp>
        <p:nvSpPr>
          <p:cNvPr id="12" name="Shape 12"/>
          <p:cNvSpPr/>
          <p:nvPr/>
        </p:nvSpPr>
        <p:spPr>
          <a:xfrm>
            <a:off x="34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3" name="Shape 13"/>
          <p:cNvSpPr/>
          <p:nvPr/>
        </p:nvSpPr>
        <p:spPr>
          <a:xfrm>
            <a:off x="34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user_id FK
date order_date
decimal total</a:t>
            </a:r>
          </a:p>
        </p:txBody>
      </p:sp>
      <p:sp>
        <p:nvSpPr>
          <p:cNvPr id="14" name="Shape 14"/>
          <p:cNvSpPr/>
          <p:nvPr/>
        </p:nvSpPr>
        <p:spPr>
          <a:xfrm>
            <a:off x="62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LINE_ITEM</a:t>
            </a:r>
          </a:p>
        </p:txBody>
      </p:sp>
      <p:sp>
        <p:nvSpPr>
          <p:cNvPr id="15" name="Shape 15"/>
          <p:cNvSpPr/>
          <p:nvPr/>
        </p:nvSpPr>
        <p:spPr>
          <a:xfrm>
            <a:off x="62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order_id FK
int product_id FK
int quantity</a:t>
            </a:r>
          </a:p>
        </p:txBody>
      </p:sp>
      <p:sp>
        <p:nvSpPr>
          <p:cNvPr id="16" name="Shape 16"/>
          <p:cNvSpPr/>
          <p:nvPr/>
        </p:nvSpPr>
        <p:spPr>
          <a:xfrm>
            <a:off x="672000" y="45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7" name="Shape 17"/>
          <p:cNvSpPr/>
          <p:nvPr/>
        </p:nvSpPr>
        <p:spPr>
          <a:xfrm>
            <a:off x="672000" y="49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string email
date created_at</a:t>
            </a:r>
          </a:p>
        </p:txBody>
      </p:sp>
      <p:sp>
        <p:nvSpPr>
          <p:cNvPr id="18" name="Shape 18"/>
          <p:cNvSpPr/>
          <p:nvPr/>
        </p:nvSpPr>
        <p:spPr>
          <a:xfrm>
            <a:off x="2672000" y="334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places</a:t>
            </a:r>
          </a:p>
        </p:txBody>
      </p:sp>
      <p:sp>
        <p:nvSpPr>
          <p:cNvPr id="19" name="Shape 19"/>
          <p:cNvSpPr/>
          <p:nvPr/>
        </p:nvSpPr>
        <p:spPr>
          <a:xfrm>
            <a:off x="5472000" y="209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contains</a:t>
            </a:r>
          </a:p>
        </p:txBody>
      </p:sp>
      <p:sp>
        <p:nvSpPr>
          <p:cNvPr id="20" name="Shape 20"/>
          <p:cNvSpPr/>
          <p:nvPr/>
        </p:nvSpPr>
        <p:spPr>
          <a:xfrm>
            <a:off x="4072000" y="209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ordered in</a:t>
            </a:r>
          </a:p>
        </p:txBody>
      </p:sp>
      <p:cxnSp>
        <p:nvCxnSpPr>
          <p:cNvPr id="61" name="Connector 61"/>
          <p:cNvCxnSpPr>
            <a:stCxn id="16" idx="1"/>
            <a:endCxn id="12" idx="3"/>
          </p:cNvCxnSpPr>
          <p:nvPr/>
        </p:nvCxnSpPr>
        <p:spPr>
          <a:xfrm flipV="1">
            <a:off x="2872000" y="2219000"/>
            <a:ext cx="6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2" name="Connector 62"/>
          <p:cNvCxnSpPr>
            <a:stCxn id="12" idx="1"/>
            <a:endCxn id="14" idx="3"/>
          </p:cNvCxnSpPr>
          <p:nvPr/>
        </p:nvCxnSpPr>
        <p:spPr>
          <a:xfrm>
            <a:off x="5672000" y="2219000"/>
            <a:ext cx="6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            <a:stCxn id="10" idx="1"/>
            <a:endCxn id="14" idx="3"/>
          </p:cNvCxnSpPr>
          <p:nvPr/>
        </p:nvCxnSpPr>
        <p:spPr>
          <a:xfrm>
            <a:off x="2872000" y="2219000"/>
            <a:ext cx="34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622000" y="31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8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60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6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8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6022000" y="43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6" name="Shape 16"/>
          <p:cNvSpPr/>
          <p:nvPr/>
        </p:nvSpPr>
        <p:spPr>
          <a:xfrm>
            <a:off x="5272000" y="33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fetch data</a:t>
            </a:r>
          </a:p>
        </p:txBody>
      </p:sp>
      <p:sp>
        <p:nvSpPr>
          <p:cNvPr id="17" name="Shape 17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969" dirty="0">
                <a:solidFill>
                  <a:srgbClr val="000000"/>
                </a:solidFill>
              </a:rPr>
              <a:t>data received</a:t>
            </a:r>
          </a:p>
        </p:txBody>
      </p:sp>
      <p:sp>
        <p:nvSpPr>
          <p:cNvPr id="18" name="Shape 18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99" dirty="0">
                <a:solidFill>
                  <a:srgbClr val="000000"/>
                </a:solidFill>
              </a:rPr>
              <a:t>request failed</a:t>
            </a:r>
          </a:p>
        </p:txBody>
      </p:sp>
      <p:sp>
        <p:nvSpPr>
          <p:cNvPr id="19" name="Shape 19"/>
          <p:cNvSpPr/>
          <p:nvPr/>
        </p:nvSpPr>
        <p:spPr>
          <a:xfrm>
            <a:off x="30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reset</a:t>
            </a:r>
          </a:p>
        </p:txBody>
      </p:sp>
      <p:sp>
        <p:nvSpPr>
          <p:cNvPr id="20" name="Shape 20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retry</a:t>
            </a:r>
          </a:p>
        </p:txBody>
      </p:sp>
      <p:sp>
        <p:nvSpPr>
          <p:cNvPr id="21" name="Shape 21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cancel</a:t>
            </a:r>
          </a:p>
        </p:txBody>
      </p:sp>
      <p:cxnSp>
        <p:nvCxnSpPr>
          <p:cNvPr id="62" name="Connector 62"/>
          <p:cNvCxnSpPr>
            <a:stCxn id="10" idx="1"/>
            <a:endCxn id="11" idx="3"/>
          </p:cNvCxnSpPr>
          <p:nvPr/>
        </p:nvCxnSpPr>
        <p:spPr>
          <a:xfrm>
            <a:off x="31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            <a:stCxn id="11" idx="1"/>
            <a:endCxn id="12" idx="3"/>
          </p:cNvCxnSpPr>
          <p:nvPr/>
        </p:nvCxnSpPr>
        <p:spPr>
          <a:xfrm>
            <a:off x="53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3"/>
            <a:endCxn id="13" idx="1"/>
          </p:cNvCxnSpPr>
          <p:nvPr/>
        </p:nvCxnSpPr>
        <p:spPr>
          <a:xfrm flipH="1">
            <a:off x="1622000" y="3429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2" idx="3"/>
            <a:endCxn id="14" idx="1"/>
          </p:cNvCxnSpPr>
          <p:nvPr/>
        </p:nvCxnSpPr>
        <p:spPr>
          <a:xfrm flipH="1">
            <a:off x="3822000" y="3429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3" idx="1"/>
            <a:endCxn id="11" idx="3"/>
          </p:cNvCxnSpPr>
          <p:nvPr/>
        </p:nvCxnSpPr>
        <p:spPr>
          <a:xfrm flipV="1">
            <a:off x="31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4" idx="1"/>
            <a:endCxn id="12" idx="3"/>
          </p:cNvCxnSpPr>
          <p:nvPr/>
        </p:nvCxnSpPr>
        <p:spPr>
          <a:xfrm flipV="1">
            <a:off x="53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4" idx="0"/>
            <a:endCxn id="11" idx="2"/>
          </p:cNvCxnSpPr>
          <p:nvPr/>
        </p:nvCxnSpPr>
        <p:spPr>
          <a:xfrm flipH="1" flipV="1">
            <a:off x="3822000" y="3429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3" idx="1"/>
            <a:endCxn id="15" idx="3"/>
          </p:cNvCxnSpPr>
          <p:nvPr/>
        </p:nvCxnSpPr>
        <p:spPr>
          <a:xfrm>
            <a:off x="3122000" y="4629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3454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5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69" dirty="0">
                <a:solidFill>
                  <a:srgbClr val="000000"/>
                </a:solidFill>
              </a:rPr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572000" y="345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6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6072000" y="2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6072000" y="3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10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10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5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5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cxnSp>
        <p:nvCxnSpPr>
          <p:cNvPr id="65" name="Connector 65"/>
          <p:cNvCxnSpPr>
            <a:stCxn id="16" idx="2"/>
            <a:endCxn id="19" idx="0"/>
          </p:cNvCxnSpPr>
          <p:nvPr/>
        </p:nvCxnSpPr>
        <p:spPr>
          <a:xfrm flipH="1">
            <a:off x="2072000" y="2604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6" idx="2"/>
            <a:endCxn id="22" idx="0"/>
          </p:cNvCxnSpPr>
          <p:nvPr/>
        </p:nvCxnSpPr>
        <p:spPr>
          <a:xfrm flipH="1">
            <a:off x="4572000" y="2604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13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1" name="Shape 11"/>
          <p:cNvSpPr/>
          <p:nvPr/>
        </p:nvSpPr>
        <p:spPr>
          <a:xfrm>
            <a:off x="1422000" y="36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Visit website (5)</a:t>
            </a:r>
          </a:p>
        </p:txBody>
      </p:sp>
      <p:sp>
        <p:nvSpPr>
          <p:cNvPr id="12" name="Shape 12"/>
          <p:cNvSpPr/>
          <p:nvPr/>
        </p:nvSpPr>
        <p:spPr>
          <a:xfrm>
            <a:off x="1422000" y="40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Read features (4)</a:t>
            </a:r>
          </a:p>
        </p:txBody>
      </p:sp>
      <p:sp>
        <p:nvSpPr>
          <p:cNvPr id="13" name="Shape 13"/>
          <p:cNvSpPr/>
          <p:nvPr/>
        </p:nvSpPr>
        <p:spPr>
          <a:xfrm>
            <a:off x="14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37" dirty="0">
                <a:solidFill>
                  <a:srgbClr val="000000"/>
                </a:solidFill>
              </a:rPr>
              <a:t>Watch demo (5)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Signup</a:t>
            </a:r>
          </a:p>
        </p:txBody>
      </p:sp>
      <p:sp>
        <p:nvSpPr>
          <p:cNvPr id="15" name="Shape 15"/>
          <p:cNvSpPr/>
          <p:nvPr/>
        </p:nvSpPr>
        <p:spPr>
          <a:xfrm>
            <a:off x="3622000" y="36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Create account (3)</a:t>
            </a:r>
          </a:p>
        </p:txBody>
      </p:sp>
      <p:sp>
        <p:nvSpPr>
          <p:cNvPr id="16" name="Shape 16"/>
          <p:cNvSpPr/>
          <p:nvPr/>
        </p:nvSpPr>
        <p:spPr>
          <a:xfrm>
            <a:off x="3622000" y="4054000"/>
            <a:ext cx="1900000" cy="35000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0" dirty="0">
                <a:solidFill>
                  <a:srgbClr val="000000"/>
                </a:solidFill>
              </a:rPr>
              <a:t>Verify email (2)</a:t>
            </a:r>
          </a:p>
        </p:txBody>
      </p:sp>
      <p:sp>
        <p:nvSpPr>
          <p:cNvPr id="17" name="Shape 17"/>
          <p:cNvSpPr/>
          <p:nvPr/>
        </p:nvSpPr>
        <p:spPr>
          <a:xfrm>
            <a:off x="3622000" y="44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96" dirty="0">
                <a:solidFill>
                  <a:srgbClr val="000000"/>
                </a:solidFill>
              </a:rPr>
              <a:t>Complete profile (3)</a:t>
            </a:r>
          </a:p>
        </p:txBody>
      </p:sp>
      <p:sp>
        <p:nvSpPr>
          <p:cNvPr id="18" name="Shape 18"/>
          <p:cNvSpPr/>
          <p:nvPr/>
        </p:nvSpPr>
        <p:spPr>
          <a:xfrm>
            <a:off x="57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First Use</a:t>
            </a:r>
          </a:p>
        </p:txBody>
      </p:sp>
      <p:sp>
        <p:nvSpPr>
          <p:cNvPr id="19" name="Shape 19"/>
          <p:cNvSpPr/>
          <p:nvPr/>
        </p:nvSpPr>
        <p:spPr>
          <a:xfrm>
            <a:off x="5822000" y="36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31" dirty="0">
                <a:solidFill>
                  <a:srgbClr val="000000"/>
                </a:solidFill>
              </a:rPr>
              <a:t>Create first presentation (4)</a:t>
            </a:r>
          </a:p>
        </p:txBody>
      </p:sp>
      <p:sp>
        <p:nvSpPr>
          <p:cNvPr id="20" name="Shape 20"/>
          <p:cNvSpPr/>
          <p:nvPr/>
        </p:nvSpPr>
        <p:spPr>
          <a:xfrm>
            <a:off x="5822000" y="40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Export to PPTX (5)</a:t>
            </a:r>
          </a:p>
        </p:txBody>
      </p:sp>
      <p:sp>
        <p:nvSpPr>
          <p:cNvPr id="21" name="Shape 21"/>
          <p:cNvSpPr/>
          <p:nvPr/>
        </p:nvSpPr>
        <p:spPr>
          <a:xfrm>
            <a:off x="58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Share with team (5)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529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172000" y="3029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472000" y="30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172000" y="3379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472000" y="33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172000" y="3729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472000" y="37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172000" y="4079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472000" y="40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172000" y="4429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472000" y="44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4372000" y="2029000"/>
            <a:ext cx="3000000" cy="2000000"/>
          </a:xfrm>
          <a:prstGeom prst="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1372000" y="2029000"/>
            <a:ext cx="3000000" cy="2000000"/>
          </a:xfrm>
          <a:prstGeom prst="rect">
            <a:avLst/>
          </a:prstGeom>
          <a:solidFill>
            <a:srgbClr val="BBDEFB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372000" y="4029000"/>
            <a:ext cx="3000000" cy="2000000"/>
          </a:xfrm>
          <a:prstGeom prst="rect">
            <a:avLst/>
          </a:prstGeom>
          <a:solidFill>
            <a:srgbClr val="FFECB3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372000" y="4029000"/>
            <a:ext cx="3000000" cy="2000000"/>
          </a:xfrm>
          <a:prstGeom prst="rect">
            <a:avLst/>
          </a:prstGeom>
          <a:solidFill>
            <a:srgbClr val="FFCDD2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2422000" y="2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772000" y="23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Tables:</a:t>
            </a:r>
          </a:p>
        </p:txBody>
      </p:sp>
      <p:sp>
        <p:nvSpPr>
          <p:cNvPr id="16" name="Shape 16"/>
          <p:cNvSpPr/>
          <p:nvPr/>
        </p:nvSpPr>
        <p:spPr>
          <a:xfrm>
            <a:off x="4822000" y="2478999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5172000" y="2528999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Mermaid:</a:t>
            </a:r>
          </a:p>
        </p:txBody>
      </p:sp>
      <p:sp>
        <p:nvSpPr>
          <p:cNvPr id="18" name="Shape 18"/>
          <p:cNvSpPr/>
          <p:nvPr/>
        </p:nvSpPr>
        <p:spPr>
          <a:xfrm>
            <a:off x="6022000" y="4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6372000" y="43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Animations:</a:t>
            </a:r>
          </a:p>
        </p:txBody>
      </p:sp>
      <p:sp>
        <p:nvSpPr>
          <p:cNvPr id="20" name="Shape 20"/>
          <p:cNvSpPr/>
          <p:nvPr/>
        </p:nvSpPr>
        <p:spPr>
          <a:xfrm>
            <a:off x="3022000" y="38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372000" y="39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Themes:</a:t>
            </a:r>
          </a:p>
        </p:txBody>
      </p:sp>
      <p:sp>
        <p:nvSpPr>
          <p:cNvPr id="22" name="Shape 22"/>
          <p:cNvSpPr/>
          <p:nvPr/>
        </p:nvSpPr>
        <p:spPr>
          <a:xfrm>
            <a:off x="3622000" y="30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972000" y="31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Export PDF:</a:t>
            </a:r>
          </a:p>
        </p:txBody>
      </p:sp>
      <p:sp>
        <p:nvSpPr>
          <p:cNvPr id="24" name="Shape 24"/>
          <p:cNvSpPr/>
          <p:nvPr/>
        </p:nvSpPr>
        <p:spPr>
          <a:xfrm>
            <a:off x="6622000" y="46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72000" y="47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3D Models: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872000" y="3479000"/>
            <a:ext cx="700000" cy="2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11" name="Shape 11"/>
          <p:cNvSpPr/>
          <p:nvPr/>
        </p:nvSpPr>
        <p:spPr>
          <a:xfrm>
            <a:off x="1672000" y="3554000"/>
            <a:ext cx="6600000" cy="50000"/>
          </a:xfrm>
          <a:prstGeom prst="rect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872000" y="4079000"/>
            <a:ext cx="700000" cy="2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feature/tables</a:t>
            </a:r>
          </a:p>
        </p:txBody>
      </p:sp>
      <p:sp>
        <p:nvSpPr>
          <p:cNvPr id="13" name="Shape 13"/>
          <p:cNvSpPr/>
          <p:nvPr/>
        </p:nvSpPr>
        <p:spPr>
          <a:xfrm>
            <a:off x="1672000" y="4154000"/>
            <a:ext cx="6600000" cy="50000"/>
          </a:xfrm>
          <a:prstGeom prst="rect">
            <a:avLst/>
          </a:prstGeom>
          <a:solidFill>
            <a:srgbClr val="2E7D32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872000" y="4679000"/>
            <a:ext cx="700000" cy="200000"/>
          </a:xfrm>
          <a:prstGeom prst="round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feature/mermaid</a:t>
            </a:r>
          </a:p>
        </p:txBody>
      </p:sp>
      <p:sp>
        <p:nvSpPr>
          <p:cNvPr id="15" name="Shape 15"/>
          <p:cNvSpPr/>
          <p:nvPr/>
        </p:nvSpPr>
        <p:spPr>
          <a:xfrm>
            <a:off x="1672000" y="4754000"/>
            <a:ext cx="6600000" cy="50000"/>
          </a:xfrm>
          <a:prstGeom prst="rect">
            <a:avLst/>
          </a:prstGeom>
          <a:solidFill>
            <a:srgbClr val="7B1FA2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1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Initial</a:t>
            </a:r>
          </a:p>
        </p:txBody>
      </p:sp>
      <p:sp>
        <p:nvSpPr>
          <p:cNvPr id="18" name="Shape 18"/>
          <p:cNvSpPr/>
          <p:nvPr/>
        </p:nvSpPr>
        <p:spPr>
          <a:xfrm>
            <a:off x="2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2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Core API</a:t>
            </a:r>
          </a:p>
        </p:txBody>
      </p:sp>
      <p:sp>
        <p:nvSpPr>
          <p:cNvPr id="20" name="Shape 20"/>
          <p:cNvSpPr/>
          <p:nvPr/>
        </p:nvSpPr>
        <p:spPr>
          <a:xfrm>
            <a:off x="3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Add tables</a:t>
            </a:r>
          </a:p>
        </p:txBody>
      </p:sp>
      <p:sp>
        <p:nvSpPr>
          <p:cNvPr id="22" name="Shape 22"/>
          <p:cNvSpPr/>
          <p:nvPr/>
        </p:nvSpPr>
        <p:spPr>
          <a:xfrm>
            <a:off x="40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8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Style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48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46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feature/tables</a:t>
            </a:r>
          </a:p>
        </p:txBody>
      </p:sp>
      <p:sp>
        <p:nvSpPr>
          <p:cNvPr id="26" name="Shape 26"/>
          <p:cNvSpPr/>
          <p:nvPr/>
        </p:nvSpPr>
        <p:spPr>
          <a:xfrm>
            <a:off x="5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Add mermaid</a:t>
            </a:r>
          </a:p>
        </p:txBody>
      </p:sp>
      <p:sp>
        <p:nvSpPr>
          <p:cNvPr id="28" name="Shape 28"/>
          <p:cNvSpPr/>
          <p:nvPr/>
        </p:nvSpPr>
        <p:spPr>
          <a:xfrm>
            <a:off x="6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feature/mermaid</a:t>
            </a:r>
          </a:p>
        </p:txBody>
      </p:sp>
      <p:sp>
        <p:nvSpPr>
          <p:cNvPr id="30" name="Shape 30"/>
          <p:cNvSpPr/>
          <p:nvPr/>
        </p:nvSpPr>
        <p:spPr>
          <a:xfrm>
            <a:off x="7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7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Release v1.0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12700">
            <a:solidFill>
              <a:srgbClr val="1A237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3050000" y="2750000"/>
            <a:ext cx="1900000" cy="5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493" dirty="0">
                <a:solidFill>
                  <a:srgbClr val="000000"/>
                </a:solidFill>
              </a:rPr>
              <a:t>root((MD2PPT</a:t>
            </a:r>
          </a:p>
        </p:txBody>
      </p:sp>
      <p:sp>
        <p:nvSpPr>
          <p:cNvPr id="12" name="Shape 1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14" name="Shape 14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Processing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3300000" y="4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18" name="Shape 1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Features</a:t>
            </a:r>
          </a:p>
        </p:txBody>
      </p:sp>
      <p:sp>
        <p:nvSpPr>
          <p:cNvPr id="20" name="Shape 2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Markdown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GFM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Mermaid diagrams</a:t>
            </a:r>
          </a:p>
        </p:txBody>
      </p:sp>
      <p:sp>
        <p:nvSpPr>
          <p:cNvPr id="26" name="Shape 26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Parse markdown</a:t>
            </a:r>
          </a:p>
        </p:txBody>
      </p:sp>
      <p:sp>
        <p:nvSpPr>
          <p:cNvPr id="28" name="Shape 2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Convert elements</a:t>
            </a:r>
          </a:p>
        </p:txBody>
      </p:sp>
      <p:sp>
        <p:nvSpPr>
          <p:cNvPr id="30" name="Shape 3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Generate XML</a:t>
            </a:r>
          </a:p>
        </p:txBody>
      </p:sp>
      <p:sp>
        <p:nvSpPr>
          <p:cNvPr id="32" name="Shape 3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PPTX files</a:t>
            </a:r>
          </a:p>
        </p:txBody>
      </p:sp>
      <p:sp>
        <p:nvSpPr>
          <p:cNvPr id="34" name="Shape 34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Speaker notes</a:t>
            </a:r>
          </a:p>
        </p:txBody>
      </p:sp>
      <p:sp>
        <p:nvSpPr>
          <p:cNvPr id="36" name="Shape 36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Styled content</a:t>
            </a:r>
          </a:p>
        </p:txBody>
      </p:sp>
      <p:sp>
        <p:nvSpPr>
          <p:cNvPr id="38" name="Shape 3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Tables</a:t>
            </a:r>
          </a:p>
        </p:txBody>
      </p:sp>
      <p:sp>
        <p:nvSpPr>
          <p:cNvPr id="40" name="Shape 4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Code blocks</a:t>
            </a:r>
          </a:p>
        </p:txBody>
      </p:sp>
      <p:sp>
        <p:nvSpPr>
          <p:cNvPr id="42" name="Shape 4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Diagrams</a:t>
            </a:r>
          </a:p>
        </p:txBody>
      </p:sp>
      <p:sp>
        <p:nvSpPr>
          <p:cNvPr id="44" name="Shape 4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3254000"/>
            <a:ext cx="75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4154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4304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69" dirty="0">
                <a:solidFill>
                  <a:srgbClr val="000000"/>
                </a:solidFill>
              </a:rPr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4304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002" dirty="0">
                <a:solidFill>
                  <a:srgbClr val="000000"/>
                </a:solidFill>
              </a:rPr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4304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4304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160" dirty="0">
                <a:solidFill>
                  <a:srgbClr val="000000"/>
                </a:solidFill>
              </a:rPr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4304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//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Example usage</a:t>
            </a:r>
          </a:p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use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ppt_rs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pptx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create_pptx_with_content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B58900"/>
                </a:solidFill>
                <a:latin typeface="Consolas"/>
              </a:rPr>
              <a:t>pptcli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2025-12-08T05:05:39Z</dcterms:created>
  <dcterms:modified xsi:type="dcterms:W3CDTF">2025-12-08T05:05:39Z</dcterms:modified>
</cp:coreProperties>
</file>