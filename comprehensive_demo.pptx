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slide" Target="slides/slide38.xml"/>
    <Relationship Id="rId41" Type="http://schemas.openxmlformats.org/officeDocument/2006/relationships/slide" Target="slides/slide39.xml"/>
    <Relationship Id="rId42" Type="http://schemas.openxmlformats.org/officeDocument/2006/relationships/slide" Target="slides/slide40.xml"/>
    <Relationship Id="rId43" Type="http://schemas.openxmlformats.org/officeDocument/2006/relationships/slide" Target="slides/slide41.xml"/>
    <Relationship Id="rId44" Type="http://schemas.openxmlformats.org/officeDocument/2006/relationships/slide" Target="slides/slide42.xml"/>
    <Relationship Id="rId45" Type="http://schemas.openxmlformats.org/officeDocument/2006/relationships/slide" Target="slides/slide43.xml"/>
    <Relationship Id="rId46" Type="http://schemas.openxmlformats.org/officeDocument/2006/relationships/slide" Target="slides/slide44.xml"/>
    <Relationship Id="rId47" Type="http://schemas.openxmlformats.org/officeDocument/2006/relationships/notesMaster" Target="notesMasters/notesMaster1.xml"/>

    <Relationship Id="rId49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3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image" Target="../media/image5.jpg"/>
<Relationship Id="rId4" Type="http://schemas.openxmlformats.org/officeDocument/2006/relationships/image" Target="../media/image6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image" Target="../media/image8.jpg"/>
<Relationship Id="rId4" Type="http://schemas.openxmlformats.org/officeDocument/2006/relationships/image" Target="../media/image9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image" Target="../media/image11.jpg"/>
<Relationship Id="rId4" Type="http://schemas.openxmlformats.org/officeDocument/2006/relationships/image" Target="../media/image12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image" Target="../media/image14.jpg"/>
<Relationship Id="rId4" Type="http://schemas.openxmlformats.org/officeDocument/2006/relationships/image" Target="../media/image15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image" Target="../media/image17.jpg"/>
<Relationship Id="rId4" Type="http://schemas.openxmlformats.org/officeDocument/2006/relationships/image" Target="../media/image18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image" Target="../media/image20.jpg"/>
<Relationship Id="rId4" Type="http://schemas.openxmlformats.org/officeDocument/2006/relationships/image" Target="../media/image21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image" Target="../media/image23.jpg"/>
<Relationship Id="rId4" Type="http://schemas.openxmlformats.org/officeDocument/2006/relationships/image" Target="../media/image24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30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79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92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963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21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500000"/>
            <a:ext cx="2000000" cy="20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000" y="1500000"/>
            <a:ext cx="2500000" cy="18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00" y="1500000"/>
            <a:ext cx="2300000" cy="18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200000"/>
            <a:ext cx="2200000" cy="22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000" y="1200000"/>
            <a:ext cx="2800000" cy="20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000" y="1200000"/>
            <a:ext cx="2400000" cy="200000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200000" y="1800000"/>
            <a:ext cx="1800000" cy="18000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l="0" t="20000" r="0" b="20000"/>
          <a:stretch>
            <a:fillRect/>
          </a:stretch>
        </p:blipFill>
        <p:spPr>
          <a:xfrm>
            <a:off x="3500000" y="1800000"/>
            <a:ext cx="3500000" cy="150000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t="0" r="15000" b="0"/>
          <a:stretch>
            <a:fillRect/>
          </a:stretch>
        </p:blipFill>
        <p:spPr>
          <a:xfrm>
            <a:off x="7200000" y="18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blur rad="38100" grow="1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400000"/>
            <a:ext cx="2200000" cy="22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1400000"/>
            <a:ext cx="2600000" cy="19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000" y="1400000"/>
            <a:ext cx="2300000" cy="19000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42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16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56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15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39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3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2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37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27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44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2026-03-14T12:23:55Z</dcterms:created>
  <dcterms:modified xsi:type="dcterms:W3CDTF">2026-03-14T12:23:55Z</dcterms:modified>
</cp:coreProperties>
</file>