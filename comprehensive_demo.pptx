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PPTX-RS Capabilities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Text formatting (bold, italic, underline, colors)</a:t>
            </a:r>
          </a:p>
          <a:p>
            <a:pPr lvl="0"/>
            <a:r>
              <a:rPr lang="en-US" sz="2800" b="0" i="0"/>
              <a:t>Tables with custom styling</a:t>
            </a:r>
          </a:p>
          <a:p>
            <a:pPr lvl="0"/>
            <a:r>
              <a:rPr lang="en-US" sz="2800" b="0" i="0"/>
              <a:t>Images with positioning</a:t>
            </a:r>
          </a:p>
          <a:p>
            <a:pPr lvl="0"/>
            <a:r>
              <a:rPr lang="en-US" sz="2800" b="0" i="0"/>
              <a:t>Charts (bar, line, pie)</a:t>
            </a:r>
          </a:p>
          <a:p>
            <a:pPr lvl="0"/>
            <a:r>
              <a:rPr lang="en-US" sz="2800" b="0" i="0"/>
              <a:t>Reading and inspecting PPTX files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1F497D"/>
                </a:solidFill>
              </a:rPr>
              <a:t>Text Formatting Features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Bold text support</a:t>
            </a:r>
          </a:p>
          <a:p>
            <a:pPr lvl="0"/>
            <a:r>
              <a:rPr lang="en-US" sz="2800" b="0" i="0"/>
              <a:t>Italic text support</a:t>
            </a:r>
          </a:p>
          <a:p>
            <a:pPr lvl="0"/>
            <a:r>
              <a:rPr lang="en-US" sz="2800" b="0" i="0"/>
              <a:t>Underline support</a:t>
            </a:r>
          </a:p>
          <a:p>
            <a:pPr lvl="0"/>
            <a:r>
              <a:rPr lang="en-US" sz="2800" b="0" i="0"/>
              <a:t>Custom colors (RGB hex)</a:t>
            </a:r>
          </a:p>
          <a:p>
            <a:pPr lvl="0"/>
            <a:r>
              <a:rPr lang="en-US" sz="2800" b="0" i="0"/>
              <a:t>Font size customization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Table Support: Quarterly Sales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Create tables with custom cells</a:t>
            </a:r>
          </a:p>
          <a:p>
            <a:pPr lvl="0"/>
            <a:r>
              <a:rPr lang="en-US" sz="2800" b="0" i="0"/>
              <a:t>Cell formatting: bold, background colors</a:t>
            </a:r>
          </a:p>
          <a:p>
            <a:pPr lvl="0"/>
            <a:r>
              <a:rPr lang="en-US" sz="2800" b="0" i="0"/>
              <a:t>Row height customization</a:t>
            </a:r>
          </a:p>
          <a:p>
            <a:pPr lvl="0"/>
            <a:r>
              <a:rPr lang="en-US" sz="2800" b="0" i="0"/>
              <a:t>Column width management</a:t>
            </a:r>
          </a:p>
          <a:p>
            <a:pPr lvl="0"/>
            <a:r>
              <a:rPr lang="en-US" sz="2800" b="0" i="0"/>
              <a:t>Q1: $100K | Q2: $150K | Q3: $180K | Q4: $220K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Image Embedding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Support for PNG, JPG, GIF formats</a:t>
            </a:r>
          </a:p>
          <a:p>
            <a:pPr lvl="0"/>
            <a:r>
              <a:rPr lang="en-US" sz="2800" b="0" i="0"/>
              <a:t>Custom positioning and sizing</a:t>
            </a:r>
          </a:p>
          <a:p>
            <a:pPr lvl="0"/>
            <a:r>
              <a:rPr lang="en-US" sz="2800" b="0" i="0"/>
              <a:t>Aspect ratio preservation</a:t>
            </a:r>
          </a:p>
          <a:p>
            <a:pPr lvl="0"/>
            <a:r>
              <a:rPr lang="en-US" sz="2800" b="0" i="0"/>
              <a:t>Automatic format detection</a:t>
            </a:r>
          </a:p>
          <a:p>
            <a:pPr lvl="0"/>
            <a:r>
              <a:rPr lang="en-US" sz="2800" b="0" i="0"/>
              <a:t>Proper ZIP package integration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Bar Charts: Regional Sales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Q1: North=$45K, South=$38K, East=$52K, West=$41K</a:t>
            </a:r>
          </a:p>
          <a:p>
            <a:pPr lvl="0"/>
            <a:r>
              <a:rPr lang="en-US" sz="2800" b="0" i="0"/>
              <a:t>Q2: North=$52K, South=$42K, East=$58K, West=$48K</a:t>
            </a:r>
          </a:p>
          <a:p>
            <a:pPr lvl="0"/>
            <a:r>
              <a:rPr lang="en-US" sz="2800" b="0" i="0"/>
              <a:t>Q3: North=$58K, South=$45K, East=$62K, West=$52K</a:t>
            </a:r>
          </a:p>
          <a:p>
            <a:pPr lvl="0"/>
            <a:r>
              <a:rPr lang="en-US" sz="2800" b="0" i="0"/>
              <a:t>Multiple data series support</a:t>
            </a:r>
          </a:p>
          <a:p>
            <a:pPr lvl="0"/>
            <a:r>
              <a:rPr lang="en-US" sz="2800" b="0" i="0"/>
              <a:t>ECMA-376 compliant XML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Line Charts: Revenue Trend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Jan-Jun Revenue: $50K, $55K, $60K, $58K, $65K, $70K</a:t>
            </a:r>
          </a:p>
          <a:p>
            <a:pPr lvl="0"/>
            <a:r>
              <a:rPr lang="en-US" sz="2800" b="0" i="0"/>
              <a:t>Target: $55K, $55K, $60K, $60K, $65K, $70K</a:t>
            </a:r>
          </a:p>
          <a:p>
            <a:pPr lvl="0"/>
            <a:r>
              <a:rPr lang="en-US" sz="2800" b="0" i="0"/>
              <a:t>Line markers support</a:t>
            </a:r>
          </a:p>
          <a:p>
            <a:pPr lvl="0"/>
            <a:r>
              <a:rPr lang="en-US" sz="2800" b="0" i="0"/>
              <a:t>Multiple series visualization</a:t>
            </a:r>
          </a:p>
          <a:p>
            <a:pPr lvl="0"/>
            <a:r>
              <a:rPr lang="en-US" sz="2800" b="0" i="0"/>
              <a:t>Trend analysis ready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Pie Charts: Market Distribution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Product A: 35%</a:t>
            </a:r>
          </a:p>
          <a:p>
            <a:pPr lvl="0"/>
            <a:r>
              <a:rPr lang="en-US" sz="2800" b="0" i="0"/>
              <a:t>Product B: 25%</a:t>
            </a:r>
          </a:p>
          <a:p>
            <a:pPr lvl="0"/>
            <a:r>
              <a:rPr lang="en-US" sz="2800" b="0" i="0"/>
              <a:t>Product C: 25%</a:t>
            </a:r>
          </a:p>
          <a:p>
            <a:pPr lvl="0"/>
            <a:r>
              <a:rPr lang="en-US" sz="2800" b="0" i="0"/>
              <a:t>Product D: 15%</a:t>
            </a:r>
          </a:p>
          <a:p>
            <a:pPr lvl="0"/>
            <a:r>
              <a:rPr lang="en-US" sz="2800" b="0" i="0"/>
              <a:t>Percentage display and category labels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Package Management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Read existing PPTX files</a:t>
            </a:r>
          </a:p>
          <a:p>
            <a:pPr lvl="0"/>
            <a:r>
              <a:rPr lang="en-US" sz="2800" b="0" i="0"/>
              <a:t>Write PPTX files</a:t>
            </a:r>
          </a:p>
          <a:p>
            <a:pPr lvl="0"/>
            <a:r>
              <a:rPr lang="en-US" sz="2800" b="0" i="0"/>
              <a:t>Part management (get, add, list)</a:t>
            </a:r>
          </a:p>
          <a:p>
            <a:pPr lvl="0"/>
            <a:r>
              <a:rPr lang="en-US" sz="2800" b="0" i="0"/>
              <a:t>ZIP archive handling</a:t>
            </a:r>
          </a:p>
          <a:p>
            <a:pPr lvl="0"/>
            <a:r>
              <a:rPr lang="en-US" sz="2800" b="0" i="0"/>
              <a:t>Foundation for modification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Fluent Builder APIs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ChartBuilder - Create charts fluently</a:t>
            </a:r>
          </a:p>
          <a:p>
            <a:pPr lvl="0"/>
            <a:r>
              <a:rPr lang="en-US" sz="2800" b="0" i="0"/>
              <a:t>TableBuilder - Build tables step by step</a:t>
            </a:r>
          </a:p>
          <a:p>
            <a:pPr lvl="0"/>
            <a:r>
              <a:rPr lang="en-US" sz="2800" b="0" i="0"/>
              <a:t>ImageBuilder - Configure images</a:t>
            </a:r>
          </a:p>
          <a:p>
            <a:pPr lvl="0"/>
            <a:r>
              <a:rPr lang="en-US" sz="2800" b="0" i="0"/>
              <a:t>SlideContent - Build slide content</a:t>
            </a:r>
          </a:p>
          <a:p>
            <a:pPr lvl="0"/>
            <a:r>
              <a:rPr lang="en-US" sz="2800" b="0" i="0"/>
              <a:t>PresentationBuilder - Create presentations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Summary &amp; Next Steps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✓ Comprehensive PPTX generation</a:t>
            </a:r>
          </a:p>
          <a:p>
            <a:pPr lvl="0"/>
            <a:r>
              <a:rPr lang="en-US" sz="2800" b="0" i="0"/>
              <a:t>✓ Advanced content support</a:t>
            </a:r>
          </a:p>
          <a:p>
            <a:pPr lvl="0"/>
            <a:r>
              <a:rPr lang="en-US" sz="2800" b="0" i="0"/>
              <a:t>✓ Reading capabilities</a:t>
            </a:r>
          </a:p>
          <a:p>
            <a:pPr lvl="0"/>
            <a:r>
              <a:rPr lang="en-US" sz="2800" b="0" i="0"/>
              <a:t>→ XML parsing (in progress)</a:t>
            </a:r>
          </a:p>
          <a:p>
            <a:pPr lvl="0"/>
            <a:r>
              <a:rPr lang="en-US" sz="2800" b="0" i="0"/>
              <a:t>→ Slide modification (planned)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 Generator</Application>
  <PresentationFormat>On-screen Show (4:3)</PresentationFormat>
  <Paragraphs>0</Paragraphs>
  <Slides>10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Demo</dc:title>
  <dc:creator>PPTX Generator</dc:creator>
  <cp:lastModifiedBy>PPTX Generator</cp:lastModifiedBy>
  <cp:revision>1</cp:revision>
</cp:coreProperties>
</file>