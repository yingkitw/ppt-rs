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23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3.xml"/>
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7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Strikethrough: For deleted or deprecated text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Subscript: H₂O chemical formulas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Superscript: x² mathematical expressions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Combined: Bold + Italic + Underline + Color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TITLE: 44 (44pt)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SUBTITLE: 32 (32pt)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HEADING: 28 (28pt)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BODY: 18 (18pt)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SMALL: 14 (14pt)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CAPTION: 12 (12pt)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8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1800000" cy="80000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600000"/>
            <a:ext cx="1800000" cy="80000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500000" y="1600000"/>
            <a:ext cx="1800000" cy="80000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700000"/>
            <a:ext cx="1800000" cy="80000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500000" y="2700000"/>
            <a:ext cx="1800000" cy="80000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500000" y="2700000"/>
            <a:ext cx="1800000" cy="8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200000" cy="60000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00000" y="1600000"/>
            <a:ext cx="1200000" cy="60000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1200000" cy="60000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700000" y="1600000"/>
            <a:ext cx="1200000" cy="60000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1200000" cy="60000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" y="2500000"/>
            <a:ext cx="1200000" cy="6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00000" y="2500000"/>
            <a:ext cx="1200000" cy="60000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300000" y="2500000"/>
            <a:ext cx="1200000" cy="60000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700000" y="2500000"/>
            <a:ext cx="1200000" cy="60000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00000" y="2500000"/>
            <a:ext cx="1200000" cy="60000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2025-12-25T18:47:41Z</dcterms:created>
  <dcterms:modified xsi:type="dcterms:W3CDTF">2025-12-25T18:47:41Z</dcterms:modified>
</cp:coreProperties>
</file>