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Props.xml" ContentType="application/vnd.openxmlformats-officedocument.presentationml.presProp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6858000" type="screen4x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>
    <p:present/>
    <p:sldAll/>
    <p:penClr>
      <a:srgbClr val="FF0000"/>
    </p:penClr>
  </p:showPr>
  <p:prnPr prnWhat="handouts" clrMode="gray" frameSlides="1" scaleToFitPaper="1"/>
</p:presentationPr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    <Relationship Id="rId35" Type="http://schemas.openxmlformats.org/officeDocument/2006/relationships/slide" Target="slides/slide33.xml"/>
    <Relationship Id="rId36" Type="http://schemas.openxmlformats.org/officeDocument/2006/relationships/slide" Target="slides/slide34.xml"/>
    <Relationship Id="rId37" Type="http://schemas.openxmlformats.org/officeDocument/2006/relationships/slide" Target="slides/slide35.xml"/>
    <Relationship Id="rId38" Type="http://schemas.openxmlformats.org/officeDocument/2006/relationships/slide" Target="slides/slide36.xml"/>
    <Relationship Id="rId39" Type="http://schemas.openxmlformats.org/officeDocument/2006/relationships/slide" Target="slides/slide37.xml"/>
    <Relationship Id="rId40" Type="http://schemas.openxmlformats.org/officeDocument/2006/relationships/notesMaster" Target="notesMasters/notesMaster1.xml"/>

    <Relationship Id="rId42" Type="http://schemas.openxmlformats.org/officeDocument/2006/relationships/presProps" Target="presProps.xml"/>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3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3.xml"/>
<Relationship Id="rId2" Type="http://schemas.openxmlformats.org/officeDocument/2006/relationships/notesMaster" Target="../notesMasters/notesMaster1.xml"/>
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7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374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500000" cy="120000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937" dirty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000" y="1600000"/>
            <a:ext cx="2500000" cy="120000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1600000"/>
            <a:ext cx="2500000" cy="120000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00000" y="3200000"/>
            <a:ext cx="2500000" cy="120000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800000" y="3200000"/>
            <a:ext cx="2500000" cy="120000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937" dirty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800000"/>
            <a:ext cx="3000000" cy="20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00000" y="2200000"/>
            <a:ext cx="2500000" cy="1500000"/>
          </a:xfrm>
          <a:prstGeom prst="rect">
            <a:avLst/>
          </a:prstGeom>
          <a:solidFill>
            <a:srgbClr val="F44336">
              <a:alpha val="75000"/>
            </a:srgbClr>
          </a:solidFill>
          <a:ln w="25400">
            <a:solidFill>
              <a:srgbClr val="B71C1C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800000"/>
            <a:ext cx="2500000" cy="2000000"/>
          </a:xfrm>
          <a:prstGeom prst="ellipse">
            <a:avLst/>
          </a:prstGeom>
          <a:solidFill>
            <a:srgbClr val="4CAF50">
              <a:alpha val="50000"/>
            </a:srgbClr>
          </a:solidFill>
          <a:ln w="25400">
            <a:solidFill>
              <a:srgbClr val="1B5E2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500000" y="2500000"/>
            <a:ext cx="2500000" cy="1500000"/>
          </a:xfrm>
          <a:prstGeom prst="roundRect">
            <a:avLst/>
          </a:prstGeom>
          <a:solidFill>
            <a:srgbClr val="FF9800">
              <a:alpha val="25000"/>
            </a:srgbClr>
          </a:solidFill>
          <a:ln w="25400">
            <a:solidFill>
              <a:srgbClr val="E6510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500000" y="1800000"/>
            <a:ext cx="1800000" cy="8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500000" y="1800000"/>
            <a:ext cx="1800000" cy="8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500000" y="1800000"/>
            <a:ext cx="1800000" cy="80000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0000" y="3200000"/>
            <a:ext cx="1500000" cy="80000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00000" y="3200000"/>
            <a:ext cx="1500000" cy="80000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00000" y="3200000"/>
            <a:ext cx="1500000" cy="80000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717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99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242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715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19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600000"/>
            <a:ext cx="2000000" cy="12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2000000" cy="12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1600000"/>
            <a:ext cx="2000000" cy="12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1600000"/>
            <a:ext cx="2000000" cy="12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8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40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200000" y="2600000"/>
            <a:ext cx="300000" cy="30000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4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800000" cy="8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1800000" cy="80000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600000"/>
            <a:ext cx="1800000" cy="80000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500000" y="1600000"/>
            <a:ext cx="1800000" cy="80000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2700000"/>
            <a:ext cx="1800000" cy="80000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500000" y="2700000"/>
            <a:ext cx="1800000" cy="80000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500000" y="2700000"/>
            <a:ext cx="1800000" cy="8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200000" cy="60000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00000" y="1600000"/>
            <a:ext cx="1200000" cy="60000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300000" y="1600000"/>
            <a:ext cx="1200000" cy="60000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699" dirty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700000" y="1600000"/>
            <a:ext cx="1200000" cy="60000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00000" y="1600000"/>
            <a:ext cx="1200000" cy="60000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500000" y="2500000"/>
            <a:ext cx="1200000" cy="6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00000" y="2500000"/>
            <a:ext cx="1200000" cy="60000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699" dirty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300000" y="2500000"/>
            <a:ext cx="1200000" cy="60000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700000" y="2500000"/>
            <a:ext cx="1200000" cy="60000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00000" y="2500000"/>
            <a:ext cx="1200000" cy="60000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200000"/>
            <a:ext cx="2500000" cy="6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74" dirty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0000" y="4200000"/>
            <a:ext cx="2500000" cy="6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60" dirty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4200000"/>
            <a:ext cx="2500000" cy="6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187" dirty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HVals="1"/>
              <a:tblGrid>
                <a:gridCol w="18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15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4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4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4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5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300000" y="56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2000000"/>
                <a:gridCol w="2000000"/>
                <a:gridCol w="2000000"/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400000"/>
            <a:ext cx="2000000" cy="4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4400000"/>
            <a:ext cx="2000000" cy="4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4400000"/>
            <a:ext cx="2000000" cy="4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4400000"/>
            <a:ext cx="2000000" cy="40000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52" dirty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37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2026-02-11T18:07:04Z</dcterms:created>
  <dcterms:modified xsi:type="dcterms:W3CDTF">2026-02-11T18:07:04Z</dcterms:modified>
</cp:coreProperties>
</file>