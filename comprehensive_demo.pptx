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3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3.xml"/>
<Relationship Id="rId2" Type="http://schemas.openxmlformats.org/officeDocument/2006/relationships/notesMaster" Target="../notesMasters/notesMaster1.xml"/>
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7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3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374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500000" cy="120000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937" dirty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000" y="1600000"/>
            <a:ext cx="2500000" cy="120000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00000" y="1600000"/>
            <a:ext cx="2500000" cy="120000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00000" y="3200000"/>
            <a:ext cx="2500000" cy="120000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800000" y="3200000"/>
            <a:ext cx="2500000" cy="120000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937" dirty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800000"/>
            <a:ext cx="3000000" cy="200000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00000" y="2200000"/>
            <a:ext cx="2500000" cy="1500000"/>
          </a:xfrm>
          <a:prstGeom prst="rect">
            <a:avLst/>
          </a:prstGeom>
          <a:solidFill>
            <a:srgbClr val="F44336">
              <a:alpha val="75000"/>
            </a:srgbClr>
          </a:solidFill>
          <a:ln w="25400">
            <a:solidFill>
              <a:srgbClr val="B71C1C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1800000"/>
            <a:ext cx="2500000" cy="2000000"/>
          </a:xfrm>
          <a:prstGeom prst="ellipse">
            <a:avLst/>
          </a:prstGeom>
          <a:solidFill>
            <a:srgbClr val="4CAF50">
              <a:alpha val="50000"/>
            </a:srgbClr>
          </a:solidFill>
          <a:ln w="25400">
            <a:solidFill>
              <a:srgbClr val="1B5E2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500000" y="2500000"/>
            <a:ext cx="2500000" cy="1500000"/>
          </a:xfrm>
          <a:prstGeom prst="roundRect">
            <a:avLst/>
          </a:prstGeom>
          <a:solidFill>
            <a:srgbClr val="FF9800">
              <a:alpha val="25000"/>
            </a:srgbClr>
          </a:solidFill>
          <a:ln w="25400">
            <a:solidFill>
              <a:srgbClr val="E6510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500000" y="1800000"/>
            <a:ext cx="1800000" cy="8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500000" y="1800000"/>
            <a:ext cx="1800000" cy="8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500000" y="1800000"/>
            <a:ext cx="1800000" cy="80000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0000" y="3200000"/>
            <a:ext cx="1500000" cy="80000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00000" y="3200000"/>
            <a:ext cx="1500000" cy="80000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00000" y="3200000"/>
            <a:ext cx="1500000" cy="80000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717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99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242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715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19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600000"/>
            <a:ext cx="2000000" cy="12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2000000" cy="12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1600000"/>
            <a:ext cx="2000000" cy="12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1600000"/>
            <a:ext cx="2000000" cy="12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8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40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200000" y="2600000"/>
            <a:ext cx="300000" cy="30000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4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Completed: Research, Design, Initial Development</a:t>
            </a:r>
          </a:p>
          <a:p>
            <a:pPr lvl="0"/>
            <a:r>
              <a:rPr lang="en-US" sz="2400" b="0" i="0" dirty="0"/>
              <a:t>In Progress: Sprint 3 Development</a:t>
            </a:r>
          </a:p>
          <a:p>
            <a:pPr lvl="0"/>
            <a:r>
              <a:rPr lang="en-US" sz="2400" b="0" i="0" dirty="0"/>
              <a:t>Next: QA Testing Phase (Q4 2024)</a:t>
            </a:r>
          </a:p>
          <a:p>
            <a:pPr lvl="0"/>
            <a:r>
              <a:rPr lang="en-US" sz="2400" b="0" i="0" dirty="0"/>
              <a:t>Launch Target: Q1 2025</a:t>
            </a:r>
          </a:p>
          <a:p>
            <a:pPr lvl="0"/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2025-12-08T05:36:27Z</dcterms:created>
  <dcterms:modified xsi:type="dcterms:W3CDTF">2025-12-08T05:36:27Z</dcterms:modified>
</cp:coreProperties>
</file>