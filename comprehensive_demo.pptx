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Default Extension="gif" ContentType="image/gif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Props.xml" ContentType="application/vnd.openxmlformats-officedocument.presentationml.presProp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6858000" type="screen4x3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>
    <p:present/>
    <p:sldAll/>
    <p:penClr>
      <a:srgbClr val="FF0000"/>
    </p:penClr>
  </p:showPr>
  <p:prnPr prnWhat="handouts" clrMode="gray" frameSlides="1" scaleToFitPaper="1"/>
</p:presentationPr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slide" Target="slides/slide26.xml"/>
    <Relationship Id="rId29" Type="http://schemas.openxmlformats.org/officeDocument/2006/relationships/slide" Target="slides/slide27.xml"/>
    <Relationship Id="rId30" Type="http://schemas.openxmlformats.org/officeDocument/2006/relationships/slide" Target="slides/slide28.xml"/>
    <Relationship Id="rId31" Type="http://schemas.openxmlformats.org/officeDocument/2006/relationships/slide" Target="slides/slide29.xml"/>
    <Relationship Id="rId32" Type="http://schemas.openxmlformats.org/officeDocument/2006/relationships/slide" Target="slides/slide30.xml"/>
    <Relationship Id="rId33" Type="http://schemas.openxmlformats.org/officeDocument/2006/relationships/slide" Target="slides/slide31.xml"/>
    <Relationship Id="rId34" Type="http://schemas.openxmlformats.org/officeDocument/2006/relationships/slide" Target="slides/slide32.xml"/>
    <Relationship Id="rId35" Type="http://schemas.openxmlformats.org/officeDocument/2006/relationships/slide" Target="slides/slide33.xml"/>
    <Relationship Id="rId36" Type="http://schemas.openxmlformats.org/officeDocument/2006/relationships/slide" Target="slides/slide34.xml"/>
    <Relationship Id="rId37" Type="http://schemas.openxmlformats.org/officeDocument/2006/relationships/slide" Target="slides/slide35.xml"/>
    <Relationship Id="rId38" Type="http://schemas.openxmlformats.org/officeDocument/2006/relationships/slide" Target="slides/slide36.xml"/>
    <Relationship Id="rId39" Type="http://schemas.openxmlformats.org/officeDocument/2006/relationships/slide" Target="slides/slide37.xml"/>
    <Relationship Id="rId40" Type="http://schemas.openxmlformats.org/officeDocument/2006/relationships/slide" Target="slides/slide38.xml"/>
    <Relationship Id="rId41" Type="http://schemas.openxmlformats.org/officeDocument/2006/relationships/slide" Target="slides/slide39.xml"/>
    <Relationship Id="rId42" Type="http://schemas.openxmlformats.org/officeDocument/2006/relationships/slide" Target="slides/slide40.xml"/>
    <Relationship Id="rId43" Type="http://schemas.openxmlformats.org/officeDocument/2006/relationships/slide" Target="slides/slide41.xml"/>
    <Relationship Id="rId44" Type="http://schemas.openxmlformats.org/officeDocument/2006/relationships/slide" Target="slides/slide42.xml"/>
    <Relationship Id="rId45" Type="http://schemas.openxmlformats.org/officeDocument/2006/relationships/slide" Target="slides/slide43.xml"/>
    <Relationship Id="rId46" Type="http://schemas.openxmlformats.org/officeDocument/2006/relationships/slide" Target="slides/slide44.xml"/>
    <Relationship Id="rId47" Type="http://schemas.openxmlformats.org/officeDocument/2006/relationships/notesMaster" Target="notesMasters/notesMaster1.xml"/>

    <Relationship Id="rId49" Type="http://schemas.openxmlformats.org/officeDocument/2006/relationships/presProps" Target="presProps.xml"/>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30.xml.rels><?xml version="1.0" encoding="UTF-8" standalone="yes"?>
<Relationships xmlns="http://schemas.openxmlformats.org/package/2006/relationships">
<Relationship Id="rId1" Type="http://schemas.openxmlformats.org/officeDocument/2006/relationships/slide" Target="../slides/slide30.xml"/>
<Relationship Id="rId2" Type="http://schemas.openxmlformats.org/officeDocument/2006/relationships/notesMaster" Target="../notesMasters/notesMaster1.xml"/>
</Relationship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E}" type="slidenum">
              <a:rPr lang="en-US"/>
              <a:t>30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4.png"/>
<Relationship Id="rId3" Type="http://schemas.openxmlformats.org/officeDocument/2006/relationships/image" Target="../media/image5.jpg"/>
<Relationship Id="rId4" Type="http://schemas.openxmlformats.org/officeDocument/2006/relationships/image" Target="../media/image6.jp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7.png"/>
<Relationship Id="rId3" Type="http://schemas.openxmlformats.org/officeDocument/2006/relationships/image" Target="../media/image8.jpg"/>
<Relationship Id="rId4" Type="http://schemas.openxmlformats.org/officeDocument/2006/relationships/image" Target="../media/image9.jp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0.png"/>
<Relationship Id="rId3" Type="http://schemas.openxmlformats.org/officeDocument/2006/relationships/image" Target="../media/image11.jpg"/>
<Relationship Id="rId4" Type="http://schemas.openxmlformats.org/officeDocument/2006/relationships/image" Target="../media/image12.jp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3.png"/>
<Relationship Id="rId3" Type="http://schemas.openxmlformats.org/officeDocument/2006/relationships/image" Target="../media/image14.jpg"/>
<Relationship Id="rId4" Type="http://schemas.openxmlformats.org/officeDocument/2006/relationships/image" Target="../media/image15.jp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6.png"/>
<Relationship Id="rId3" Type="http://schemas.openxmlformats.org/officeDocument/2006/relationships/image" Target="../media/image17.jpg"/>
<Relationship Id="rId4" Type="http://schemas.openxmlformats.org/officeDocument/2006/relationships/image" Target="../media/image18.jpg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9.png"/>
<Relationship Id="rId3" Type="http://schemas.openxmlformats.org/officeDocument/2006/relationships/image" Target="../media/image20.jpg"/>
<Relationship Id="rId4" Type="http://schemas.openxmlformats.org/officeDocument/2006/relationships/image" Target="../media/image21.jpg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2.png"/>
<Relationship Id="rId3" Type="http://schemas.openxmlformats.org/officeDocument/2006/relationships/image" Target="../media/image23.jpg"/>
<Relationship Id="rId4" Type="http://schemas.openxmlformats.org/officeDocument/2006/relationships/image" Target="../media/image24.jpg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30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179" dirty="0" smtClean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88" dirty="0" smtClean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88" dirty="0" smtClean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592" dirty="0" smtClean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963" dirty="0" smtClean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500000" cy="120000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49" dirty="0" smtClean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000" y="1600000"/>
            <a:ext cx="2500000" cy="120000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561" dirty="0" smtClean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00000" y="1600000"/>
            <a:ext cx="2500000" cy="120000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561" dirty="0" smtClean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00000" y="3200000"/>
            <a:ext cx="2500000" cy="120000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5212" dirty="0" smtClean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800000" y="3200000"/>
            <a:ext cx="2500000" cy="120000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49" dirty="0" smtClean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1800000"/>
            <a:ext cx="3000000" cy="20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33" dirty="0" smtClean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00000" y="2200000"/>
            <a:ext cx="2500000" cy="1500000"/>
          </a:xfrm>
          <a:prstGeom prst="rect">
            <a:avLst/>
          </a:prstGeom>
          <a:solidFill>
            <a:srgbClr val="F44336">
              <a:alpha val="75000"/>
            </a:srgbClr>
          </a:solidFill>
          <a:ln w="25400">
            <a:solidFill>
              <a:srgbClr val="B71C1C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32" dirty="0" smtClean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800000"/>
            <a:ext cx="2500000" cy="2000000"/>
          </a:xfrm>
          <a:prstGeom prst="ellipse">
            <a:avLst/>
          </a:prstGeom>
          <a:solidFill>
            <a:srgbClr val="4CAF50">
              <a:alpha val="50000"/>
            </a:srgbClr>
          </a:solidFill>
          <a:ln w="25400">
            <a:solidFill>
              <a:srgbClr val="1B5E20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32" dirty="0" smtClean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500000" y="2500000"/>
            <a:ext cx="2500000" cy="1500000"/>
          </a:xfrm>
          <a:prstGeom prst="roundRect">
            <a:avLst/>
          </a:prstGeom>
          <a:solidFill>
            <a:srgbClr val="FF9800">
              <a:alpha val="25000"/>
            </a:srgbClr>
          </a:solidFill>
          <a:ln w="25400">
            <a:solidFill>
              <a:srgbClr val="E65100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32" dirty="0" smtClean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500000" y="1800000"/>
            <a:ext cx="1800000" cy="80000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500000" y="1800000"/>
            <a:ext cx="1800000" cy="80000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500000" y="1800000"/>
            <a:ext cx="1800000" cy="80000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0000" y="3200000"/>
            <a:ext cx="1500000" cy="80000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00000" y="3200000"/>
            <a:ext cx="1500000" cy="80000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00000" y="3200000"/>
            <a:ext cx="1500000" cy="80000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Effects: Shadow (Outer Shadow)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500000"/>
            <a:ext cx="2000000" cy="20000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000" y="1500000"/>
            <a:ext cx="2500000" cy="18000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000" y="1500000"/>
            <a:ext cx="2300000" cy="18000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2E75B5"/>
                </a:solidFill>
              </a:rPr>
              <a:t>Image Effects: Reflection (Mirror Effect)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1200000"/>
            <a:ext cx="2200000" cy="220000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000" y="1200000"/>
            <a:ext cx="2800000" cy="200000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000" y="1200000"/>
            <a:ext cx="2400000" cy="200000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70AD47"/>
                </a:solidFill>
              </a:rPr>
              <a:t>Image Cropping: All Sides, Top/Bottom, Left/Right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rcRect l="10000" t="10000" r="10000" b="10000"/>
          <a:stretch>
            <a:fillRect/>
          </a:stretch>
        </p:blipFill>
        <p:spPr>
          <a:xfrm>
            <a:off x="1200000" y="1800000"/>
            <a:ext cx="1800000" cy="1800000"/>
          </a:xfrm>
          <a:prstGeom prst="rect">
            <a:avLst/>
          </a:prstGeom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rcRect l="0" t="20000" r="0" b="20000"/>
          <a:stretch>
            <a:fillRect/>
          </a:stretch>
        </p:blipFill>
        <p:spPr>
          <a:xfrm>
            <a:off x="3500000" y="1800000"/>
            <a:ext cx="3500000" cy="1500000"/>
          </a:xfrm>
          <a:prstGeom prst="rect">
            <a:avLst/>
          </a:prstGeom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rcRect l="15000" t="0" r="15000" b="0"/>
          <a:stretch>
            <a:fillRect/>
          </a:stretch>
        </p:blipFill>
        <p:spPr>
          <a:xfrm>
            <a:off x="7200000" y="1800000"/>
            <a:ext cx="2000000" cy="20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C55A11"/>
                </a:solidFill>
              </a:rPr>
              <a:t>Image Effects: Glow (Golden Aura)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1400000"/>
            <a:ext cx="2200000" cy="220000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0" y="1400000"/>
            <a:ext cx="2600000" cy="190000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000" y="1400000"/>
            <a:ext cx="2300000" cy="190000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9B59B6"/>
                </a:solidFill>
              </a:rPr>
              <a:t>Image Effects: Soft Edges (Feathered)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1400000"/>
            <a:ext cx="2200000" cy="220000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0" y="1400000"/>
            <a:ext cx="2600000" cy="190000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000" y="1400000"/>
            <a:ext cx="2300000" cy="1900000"/>
          </a:xfrm>
          <a:prstGeom prst="rect">
            <a:avLst/>
          </a:prstGeom>
          <a:effectLst>
            <a:softEdge rad="508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E74C3C"/>
                </a:solidFill>
              </a:rPr>
              <a:t>Image Effects: Inner Shadow (Depth)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1400000"/>
            <a:ext cx="2200000" cy="220000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0" y="1400000"/>
            <a:ext cx="2600000" cy="190000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000" y="1400000"/>
            <a:ext cx="2300000" cy="190000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3498DB"/>
                </a:solidFill>
              </a:rPr>
              <a:t>Image Effects: Blur (Artistic)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1400000"/>
            <a:ext cx="2200000" cy="2200000"/>
          </a:xfrm>
          <a:prstGeom prst="rect">
            <a:avLst/>
          </a:prstGeom>
          <a:effectLst>
            <a:blur rad="38100" grow="1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0" y="1400000"/>
            <a:ext cx="2600000" cy="1900000"/>
          </a:xfrm>
          <a:prstGeom prst="rect">
            <a:avLst/>
          </a:prstGeom>
          <a:effectLst>
            <a:blur rad="38100" grow="1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000" y="1400000"/>
            <a:ext cx="2300000" cy="1900000"/>
          </a:xfrm>
          <a:prstGeom prst="rect">
            <a:avLst/>
          </a:prstGeom>
          <a:effectLst>
            <a:blur rad="38100" grow="1"/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6A085"/>
                </a:solidFill>
              </a:rPr>
              <a:t>Combined Effects: Shadow + Reflection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1400000"/>
            <a:ext cx="2200000" cy="22000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0" y="1400000"/>
            <a:ext cx="2600000" cy="19000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000" y="1400000"/>
            <a:ext cx="2300000" cy="19000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742" dirty="0" smtClean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29" dirty="0" smtClean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916" dirty="0" smtClean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29" dirty="0" smtClean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56" dirty="0" smtClean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71" dirty="0" smtClean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71" dirty="0" smtClean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71" dirty="0" smtClean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56" dirty="0" smtClean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86" dirty="0" smtClean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254" dirty="0" smtClean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254" dirty="0" smtClean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254" dirty="0" smtClean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254" dirty="0" smtClean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380" dirty="0" smtClean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380" dirty="0" smtClean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380" dirty="0" smtClean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15" dirty="0" smtClean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339" dirty="0" smtClean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00" dirty="0" smtClean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6337" dirty="0" smtClean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33" dirty="0" smtClean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19" dirty="0" smtClean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1577340"/>
            <a:ext cx="2011680" cy="12344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577340"/>
            <a:ext cx="2011680" cy="12344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1577340"/>
            <a:ext cx="2011680" cy="12344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1577340"/>
            <a:ext cx="2011680" cy="123444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28016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347472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669280" y="2880360"/>
            <a:ext cx="274320" cy="27432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786384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800000" cy="8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29" dirty="0" smtClean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1800000" cy="80000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600000"/>
            <a:ext cx="1800000" cy="80000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500000" y="1600000"/>
            <a:ext cx="1800000" cy="80000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500000" y="2700000"/>
            <a:ext cx="1800000" cy="80000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500000" y="2700000"/>
            <a:ext cx="1800000" cy="80000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500000" y="2700000"/>
            <a:ext cx="1800000" cy="80000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200000" cy="60000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56" dirty="0" smtClean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00000" y="1600000"/>
            <a:ext cx="1200000" cy="60000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69" dirty="0" smtClean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300000" y="1600000"/>
            <a:ext cx="1200000" cy="60000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88" dirty="0" smtClean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700000" y="1600000"/>
            <a:ext cx="1200000" cy="60000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02" dirty="0" smtClean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00000" y="1600000"/>
            <a:ext cx="1200000" cy="60000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02" dirty="0" smtClean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500000" y="2500000"/>
            <a:ext cx="1200000" cy="60000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69" dirty="0" smtClean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00000" y="2500000"/>
            <a:ext cx="1200000" cy="60000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88" dirty="0" smtClean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300000" y="2500000"/>
            <a:ext cx="1200000" cy="60000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56" dirty="0" smtClean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700000" y="2500000"/>
            <a:ext cx="1200000" cy="60000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02" dirty="0" smtClean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00000" y="2500000"/>
            <a:ext cx="1200000" cy="60000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69" dirty="0" smtClean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4200000"/>
            <a:ext cx="2500000" cy="6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737" dirty="0" smtClean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0000" y="4200000"/>
            <a:ext cx="2500000" cy="6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80" dirty="0" smtClean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00000" y="4200000"/>
            <a:ext cx="2500000" cy="6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27" dirty="0" smtClean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Row="1"/>
              <a:tblGrid>
                <a:gridCol w="18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1500000"/>
            <a:ext cx="4200000" cy="30000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869" dirty="0" smtClean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400000" y="20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20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400000" y="32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32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400000" y="44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500000" y="44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300000" y="5600000"/>
            <a:ext cx="4200000" cy="30000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4" dirty="0" smtClean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2000000"/>
                <a:gridCol w="2000000"/>
                <a:gridCol w="2000000"/>
              </a:tblGrid>
              <a:tr h="400000">
                <a:tc gridSpan="4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4400000"/>
            <a:ext cx="2000000" cy="4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144" dirty="0" smtClean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4400000"/>
            <a:ext cx="2000000" cy="4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30" dirty="0" smtClean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4400000"/>
            <a:ext cx="2000000" cy="4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30" dirty="0" smtClean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4400000"/>
            <a:ext cx="2000000" cy="40000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86" dirty="0" smtClean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44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2026-03-14T12:54:22Z</dcterms:created>
  <dcterms:modified xsi:type="dcterms:W3CDTF">2026-03-14T12:54:22Z</dcterms:modified>
</cp:coreProperties>
</file>