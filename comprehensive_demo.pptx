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Props.xml" ContentType="application/vnd.openxmlformats-officedocument.presentationml.presProp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6858000" type="screen4x3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>
    <p:present/>
    <p:sldAll/>
    <p:penClr>
      <a:srgbClr val="FF0000"/>
    </p:penClr>
  </p:showPr>
  <p:prnPr prnWhat="handouts" clrMode="gray" frameSlides="1" scaleToFitPaper="1"/>
</p:presentationPr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slide" Target="slides/slide26.xml"/>
    <Relationship Id="rId29" Type="http://schemas.openxmlformats.org/officeDocument/2006/relationships/slide" Target="slides/slide27.xml"/>
    <Relationship Id="rId30" Type="http://schemas.openxmlformats.org/officeDocument/2006/relationships/slide" Target="slides/slide28.xml"/>
    <Relationship Id="rId31" Type="http://schemas.openxmlformats.org/officeDocument/2006/relationships/slide" Target="slides/slide29.xml"/>
    <Relationship Id="rId32" Type="http://schemas.openxmlformats.org/officeDocument/2006/relationships/slide" Target="slides/slide30.xml"/>
    <Relationship Id="rId33" Type="http://schemas.openxmlformats.org/officeDocument/2006/relationships/slide" Target="slides/slide31.xml"/>
    <Relationship Id="rId34" Type="http://schemas.openxmlformats.org/officeDocument/2006/relationships/slide" Target="slides/slide32.xml"/>
    <Relationship Id="rId35" Type="http://schemas.openxmlformats.org/officeDocument/2006/relationships/slide" Target="slides/slide33.xml"/>
    <Relationship Id="rId36" Type="http://schemas.openxmlformats.org/officeDocument/2006/relationships/slide" Target="slides/slide34.xml"/>
    <Relationship Id="rId37" Type="http://schemas.openxmlformats.org/officeDocument/2006/relationships/slide" Target="slides/slide35.xml"/>
    <Relationship Id="rId38" Type="http://schemas.openxmlformats.org/officeDocument/2006/relationships/slide" Target="slides/slide36.xml"/>
    <Relationship Id="rId39" Type="http://schemas.openxmlformats.org/officeDocument/2006/relationships/slide" Target="slides/slide37.xml"/>
    <Relationship Id="rId40" Type="http://schemas.openxmlformats.org/officeDocument/2006/relationships/notesMaster" Target="notesMasters/notesMaster1.xml"/>

    <Relationship Id="rId42" Type="http://schemas.openxmlformats.org/officeDocument/2006/relationships/presProps" Target="presProps.xml"/>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23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3.xml"/>
<Relationship Id="rId2" Type="http://schemas.openxmlformats.org/officeDocument/2006/relationships/notesMaster" Target="../notesMasters/notesMaster1.xml"/>
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7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179" dirty="0" smtClean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88" dirty="0" smtClean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88" dirty="0" smtClean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592" dirty="0" smtClean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963" dirty="0" smtClean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500000" cy="120000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49" dirty="0" smtClean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000" y="1600000"/>
            <a:ext cx="2500000" cy="120000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561" dirty="0" smtClean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1600000"/>
            <a:ext cx="2500000" cy="120000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561" dirty="0" smtClean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00000" y="3200000"/>
            <a:ext cx="2500000" cy="120000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5212" dirty="0" smtClean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800000" y="3200000"/>
            <a:ext cx="2500000" cy="120000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49" dirty="0" smtClean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800000"/>
            <a:ext cx="3000000" cy="20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33" dirty="0" smtClean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00000" y="2200000"/>
            <a:ext cx="2500000" cy="1500000"/>
          </a:xfrm>
          <a:prstGeom prst="rect">
            <a:avLst/>
          </a:prstGeom>
          <a:solidFill>
            <a:srgbClr val="F44336">
              <a:alpha val="75000"/>
            </a:srgbClr>
          </a:solidFill>
          <a:ln w="25400">
            <a:solidFill>
              <a:srgbClr val="B71C1C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32" dirty="0" smtClean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800000"/>
            <a:ext cx="2500000" cy="2000000"/>
          </a:xfrm>
          <a:prstGeom prst="ellipse">
            <a:avLst/>
          </a:prstGeom>
          <a:solidFill>
            <a:srgbClr val="4CAF50">
              <a:alpha val="50000"/>
            </a:srgbClr>
          </a:solidFill>
          <a:ln w="25400">
            <a:solidFill>
              <a:srgbClr val="1B5E20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32" dirty="0" smtClean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500000" y="2500000"/>
            <a:ext cx="2500000" cy="1500000"/>
          </a:xfrm>
          <a:prstGeom prst="roundRect">
            <a:avLst/>
          </a:prstGeom>
          <a:solidFill>
            <a:srgbClr val="FF9800">
              <a:alpha val="25000"/>
            </a:srgbClr>
          </a:solidFill>
          <a:ln w="25400">
            <a:solidFill>
              <a:srgbClr val="E65100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32" dirty="0" smtClean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500000" y="1800000"/>
            <a:ext cx="1800000" cy="80000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500000" y="1800000"/>
            <a:ext cx="1800000" cy="80000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500000" y="1800000"/>
            <a:ext cx="1800000" cy="80000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0000" y="3200000"/>
            <a:ext cx="1500000" cy="80000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00000" y="3200000"/>
            <a:ext cx="1500000" cy="80000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00000" y="3200000"/>
            <a:ext cx="1500000" cy="80000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742" dirty="0" smtClean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29" dirty="0" smtClean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916" dirty="0" smtClean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29" dirty="0" smtClean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56" dirty="0" smtClean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71" dirty="0" smtClean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71" dirty="0" smtClean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171" dirty="0" smtClean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56" dirty="0" smtClean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86" dirty="0" smtClean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254" dirty="0" smtClean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254" dirty="0" smtClean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254" dirty="0" smtClean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254" dirty="0" smtClean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380" dirty="0" smtClean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380" dirty="0" smtClean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380" dirty="0" smtClean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15" dirty="0" smtClean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339" dirty="0" smtClean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00" dirty="0" smtClean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6337" dirty="0" smtClean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33" dirty="0" smtClean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19" dirty="0" smtClean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1577340"/>
            <a:ext cx="2011680" cy="12344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577340"/>
            <a:ext cx="2011680" cy="12344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577340"/>
            <a:ext cx="2011680" cy="12344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1577340"/>
            <a:ext cx="2011680" cy="123444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28016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347472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669280" y="2880360"/>
            <a:ext cx="274320" cy="27432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786384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800000" cy="8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29" dirty="0" smtClean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1800000" cy="80000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600000"/>
            <a:ext cx="1800000" cy="80000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500000" y="1600000"/>
            <a:ext cx="1800000" cy="80000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500000" y="2700000"/>
            <a:ext cx="1800000" cy="80000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500000" y="2700000"/>
            <a:ext cx="1800000" cy="80000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500000" y="2700000"/>
            <a:ext cx="1800000" cy="8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225" dirty="0" smtClean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200000" cy="60000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56" dirty="0" smtClean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00000" y="1600000"/>
            <a:ext cx="1200000" cy="60000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69" dirty="0" smtClean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300000" y="1600000"/>
            <a:ext cx="1200000" cy="60000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88" dirty="0" smtClean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700000" y="1600000"/>
            <a:ext cx="1200000" cy="60000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02" dirty="0" smtClean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00000" y="1600000"/>
            <a:ext cx="1200000" cy="60000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02" dirty="0" smtClean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500000" y="2500000"/>
            <a:ext cx="1200000" cy="60000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69" dirty="0" smtClean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00000" y="2500000"/>
            <a:ext cx="1200000" cy="60000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88" dirty="0" smtClean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300000" y="2500000"/>
            <a:ext cx="1200000" cy="60000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56" dirty="0" smtClean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700000" y="2500000"/>
            <a:ext cx="1200000" cy="60000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02" dirty="0" smtClean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00000" y="2500000"/>
            <a:ext cx="1200000" cy="60000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69" dirty="0" smtClean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4200000"/>
            <a:ext cx="2500000" cy="6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737" dirty="0" smtClean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0000" y="4200000"/>
            <a:ext cx="2500000" cy="6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80" dirty="0" smtClean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4200000"/>
            <a:ext cx="2500000" cy="6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27" dirty="0" smtClean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Row="1"/>
              <a:tblGrid>
                <a:gridCol w="18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1500000"/>
            <a:ext cx="4200000" cy="30000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869" dirty="0" smtClean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400000" y="20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20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400000" y="32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32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400000" y="44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500000" y="4400000"/>
            <a:ext cx="1800000" cy="110000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38" dirty="0" smtClean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300000" y="5600000"/>
            <a:ext cx="4200000" cy="30000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4" dirty="0" smtClean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2000000"/>
                <a:gridCol w="2000000"/>
                <a:gridCol w="2000000"/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300000" y="4400000"/>
            <a:ext cx="2000000" cy="4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144" dirty="0" smtClean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4400000"/>
            <a:ext cx="2000000" cy="4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30" dirty="0" smtClean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4400000"/>
            <a:ext cx="2000000" cy="4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30" dirty="0" smtClean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4400000"/>
            <a:ext cx="2000000" cy="40000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486" dirty="0" smtClean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37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2026-03-14T10:58:25Z</dcterms:created>
  <dcterms:modified xsi:type="dcterms:W3CDTF">2026-03-14T10:58:25Z</dcterms:modified>
</cp:coreProperties>
</file>