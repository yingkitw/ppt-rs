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notesMaster" Target="notesMasters/notesMaster1.xml"/>

    <Relationship Id="rId42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6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187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HVals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2026-02-11T19:06:41Z</dcterms:created>
  <dcterms:modified xsi:type="dcterms:W3CDTF">2026-02-11T19:06:41Z</dcterms:modified>
</cp:coreProperties>
</file>