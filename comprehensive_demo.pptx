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Normal text (default)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Bold content text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Italic content text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Underlined content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Custom font size (28pt)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3200" b="1" i="0" dirty="0"/>
              <a:t>Large content area for emphasis</a:t>
            </a:r>
          </a:p>
          <a:p>
            <a:pPr lvl="0"/>
            <a:r>
              <a:rPr lang="en-US" sz="3200" b="1" i="0" dirty="0"/>
              <a:t>Perfect for key messages</a:t>
            </a:r>
          </a:p>
          <a:p>
            <a:pPr lvl="0"/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Left Column Item 1</a:t>
            </a:r>
          </a:p>
          <a:p>
            <a:pPr lvl="0"/>
            <a:r>
              <a:rPr lang="en-US" sz="2400" b="0" i="0" dirty="0"/>
              <a:t>Left Column Item 2</a:t>
            </a:r>
          </a:p>
          <a:p>
            <a:pPr lvl="0"/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Right Column Item 1</a:t>
            </a:r>
          </a:p>
          <a:p>
            <a:pPr lvl="0"/>
            <a:r>
              <a:rPr lang="en-US" sz="2400" b="0" i="0" dirty="0"/>
              <a:t>Right Column Item 2</a:t>
            </a:r>
          </a:p>
          <a:p>
            <a:pPr lvl="0"/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</a:tblGrid>
              <a:tr h="400000">
                <a:tc>
                  <a:tcPr marL="91440" marR="91440" marT="45720" marB="45720" anchor="ctr" anchorCtr="0">
                    <a:solidFill>
                      <a:srgbClr val="1F497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/>
                        <a:t>Header 1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/>
                        <a:t>Header 2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8064A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/>
                        <a:t>Header 3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/>
                        <a:t>Bold Cell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/>
                        <a:t>Normal Cell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/>
                        <a:t>Colored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C0504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/>
                        <a:t>Red BG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/>
                        <a:t>Green BG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/>
                        <a:t>Blue BG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/>
                        <a:t>Row 3 Col 1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/>
                        <a:t>Row 3 Col 2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79646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/>
                        <a:t>Row 3 Col 3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Bar Chart: Compare categories</a:t>
            </a:r>
          </a:p>
          <a:p>
            <a:pPr lvl="0"/>
            <a:r>
              <a:rPr lang="en-US" sz="2400" b="0" i="0" dirty="0"/>
              <a:t>Line Chart: Show trends over time</a:t>
            </a:r>
          </a:p>
          <a:p>
            <a:pPr lvl="0"/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000000" cy="100000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00000" y="1600000"/>
            <a:ext cx="2000000" cy="100000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500000" y="1600000"/>
            <a:ext cx="2000000" cy="100000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000000"/>
            <a:ext cx="1500000" cy="120000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00000" y="3000000"/>
            <a:ext cx="1500000" cy="120000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Placeholders</a:t>
            </a:r>
          </a:p>
        </p:txBody>
      </p:sp>
      <p:sp>
        <p:nvSpPr>
          <p:cNvPr id="20" name="Image Placeholder: logo.png"/>
          <p:cNvSpPr/>
          <p:nvPr/>
        </p:nvSpPr>
        <p:spPr>
          <a:xfrm>
            <a:off x="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logo.png</a:t>
            </a:r>
          </a:p>
        </p:txBody>
      </p:sp>
      <p:sp>
        <p:nvSpPr>
          <p:cNvPr id="21" name="Image Placeholder: photo.jpg"/>
          <p:cNvSpPr/>
          <p:nvPr/>
        </p:nvSpPr>
        <p:spPr>
          <a:xfrm>
            <a:off x="3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photo.jpg</a:t>
            </a:r>
          </a:p>
        </p:txBody>
      </p:sp>
      <p:sp>
        <p:nvSpPr>
          <p:cNvPr id="22" name="Image Placeholder: diagram.png"/>
          <p:cNvSpPr/>
          <p:nvPr/>
        </p:nvSpPr>
        <p:spPr>
          <a:xfrm>
            <a:off x="6500000" y="1600000"/>
            <a:ext cx="20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diagram.png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10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2025-11-27T12:16:58Z</dcterms:created>
  <dcterms:modified xsi:type="dcterms:W3CDTF">2025-11-27T12:16:58Z</dcterms:modified>
</cp:coreProperties>
</file>