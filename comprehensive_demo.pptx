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0.xml"/>
<Relationship Id="rId2" Type="http://schemas.openxmlformats.org/officeDocument/2006/relationships/notesMaster" Target="../notesMasters/notesMaster1.xml"/>
</Relationship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Completed: Research, Design, Initial Development</a:t>
            </a:r>
          </a:p>
          <a:p>
            <a:pPr lvl="0"/>
            <a:r>
              <a:rPr lang="en-US" sz="2400" b="0" i="0" dirty="0"/>
              <a:t>In Progress: Sprint 3 Development</a:t>
            </a:r>
          </a:p>
          <a:p>
            <a:pPr lvl="0"/>
            <a:r>
              <a:rPr lang="en-US" sz="2400" b="0" i="0" dirty="0"/>
              <a:t>Next: QA Testing Phase (Q4 2024)</a:t>
            </a:r>
          </a:p>
          <a:p>
            <a:pPr lvl="0"/>
            <a:r>
              <a:rPr lang="en-US" sz="2400" b="0" i="0" dirty="0"/>
              <a:t>Launch Target: Q1 2025</a:t>
            </a:r>
          </a:p>
          <a:p>
            <a:pPr lvl="0"/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2025-12-06T15:32:02Z</dcterms:created>
  <dcterms:modified xsi:type="dcterms:W3CDTF">2025-12-06T15:32:02Z</dcterms:modified>
</cp:coreProperties>
</file>